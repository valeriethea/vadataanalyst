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1" r:id="rId2"/>
    <p:sldId id="262" r:id="rId3"/>
    <p:sldId id="257" r:id="rId4"/>
    <p:sldId id="265" r:id="rId5"/>
    <p:sldId id="266"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54617"/>
  </p:normalViewPr>
  <p:slideViewPr>
    <p:cSldViewPr snapToGrid="0">
      <p:cViewPr varScale="1">
        <p:scale>
          <a:sx n="52" d="100"/>
          <a:sy n="52" d="100"/>
        </p:scale>
        <p:origin x="277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DD8568-0ED4-432F-AB35-05963FAEEDDA}"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08299087-DE6A-4C6B-8C04-BAAB4040EB51}">
      <dgm:prSet custT="1"/>
      <dgm:spPr/>
      <dgm:t>
        <a:bodyPr/>
        <a:lstStyle/>
        <a:p>
          <a:pPr algn="l">
            <a:lnSpc>
              <a:spcPct val="100000"/>
            </a:lnSpc>
            <a:spcAft>
              <a:spcPts val="0"/>
            </a:spcAft>
            <a:buNone/>
          </a:pPr>
          <a:r>
            <a:rPr lang="en-US" sz="2400" b="1" dirty="0"/>
            <a:t>QUESTION FORMAT</a:t>
          </a:r>
        </a:p>
        <a:p>
          <a:pPr algn="l">
            <a:lnSpc>
              <a:spcPct val="100000"/>
            </a:lnSpc>
            <a:spcAft>
              <a:spcPts val="0"/>
            </a:spcAft>
            <a:buNone/>
          </a:pPr>
          <a:r>
            <a:rPr lang="en-PH" sz="2400" b="0" i="0" dirty="0">
              <a:solidFill>
                <a:srgbClr val="FFFFFF"/>
              </a:solidFill>
              <a:effectLst/>
              <a:latin typeface="system-ui"/>
            </a:rPr>
            <a:t>1. Each slide contains several questions.</a:t>
          </a:r>
        </a:p>
        <a:p>
          <a:pPr algn="l">
            <a:lnSpc>
              <a:spcPct val="100000"/>
            </a:lnSpc>
            <a:spcAft>
              <a:spcPts val="0"/>
            </a:spcAft>
            <a:buNone/>
          </a:pPr>
          <a:r>
            <a:rPr lang="en-PH" sz="2400" b="0" i="0" dirty="0">
              <a:solidFill>
                <a:srgbClr val="FFFFFF"/>
              </a:solidFill>
              <a:effectLst/>
              <a:latin typeface="system-ui"/>
            </a:rPr>
            <a:t>2. Answer the minimum number of questions per slide.</a:t>
          </a:r>
        </a:p>
        <a:p>
          <a:pPr algn="l">
            <a:lnSpc>
              <a:spcPct val="100000"/>
            </a:lnSpc>
            <a:spcAft>
              <a:spcPts val="0"/>
            </a:spcAft>
            <a:buNone/>
          </a:pPr>
          <a:r>
            <a:rPr lang="en-PH" sz="2400" b="0" i="0" dirty="0">
              <a:solidFill>
                <a:srgbClr val="FFFFFF"/>
              </a:solidFill>
              <a:effectLst/>
              <a:latin typeface="system-ui"/>
            </a:rPr>
            <a:t>3. You may choose to answer ALL questions, but incorrect answers for ANY question will result in no points awarded.</a:t>
          </a:r>
        </a:p>
        <a:p>
          <a:pPr algn="l">
            <a:lnSpc>
              <a:spcPct val="100000"/>
            </a:lnSpc>
            <a:spcAft>
              <a:spcPts val="0"/>
            </a:spcAft>
            <a:buNone/>
          </a:pPr>
          <a:endParaRPr lang="en-PH" sz="2400" b="0" i="0" dirty="0">
            <a:solidFill>
              <a:srgbClr val="FFFFFF"/>
            </a:solidFill>
            <a:effectLst/>
            <a:latin typeface="system-ui"/>
          </a:endParaRPr>
        </a:p>
        <a:p>
          <a:pPr algn="l">
            <a:lnSpc>
              <a:spcPct val="100000"/>
            </a:lnSpc>
            <a:spcAft>
              <a:spcPts val="0"/>
            </a:spcAft>
            <a:buNone/>
          </a:pPr>
          <a:r>
            <a:rPr lang="en-US" sz="2400" b="1" dirty="0"/>
            <a:t>SCORING</a:t>
          </a:r>
        </a:p>
        <a:p>
          <a:pPr algn="l">
            <a:lnSpc>
              <a:spcPct val="100000"/>
            </a:lnSpc>
            <a:spcAft>
              <a:spcPts val="0"/>
            </a:spcAft>
            <a:buNone/>
          </a:pPr>
          <a:r>
            <a:rPr lang="en-US" sz="2400" b="0" dirty="0"/>
            <a:t>1. Points are stated in each slide</a:t>
          </a:r>
        </a:p>
        <a:p>
          <a:pPr algn="l">
            <a:lnSpc>
              <a:spcPct val="100000"/>
            </a:lnSpc>
            <a:spcAft>
              <a:spcPts val="0"/>
            </a:spcAft>
            <a:buNone/>
          </a:pPr>
          <a:r>
            <a:rPr lang="en-US" sz="2400" b="0" dirty="0"/>
            <a:t>2. </a:t>
          </a:r>
          <a:r>
            <a:rPr lang="en-PH" sz="2400" b="0" i="0" dirty="0">
              <a:solidFill>
                <a:srgbClr val="FFFFFF"/>
              </a:solidFill>
              <a:effectLst/>
              <a:latin typeface="system-ui"/>
            </a:rPr>
            <a:t>Correct answers to ALL questions on a slide (+10 bonus points)</a:t>
          </a:r>
        </a:p>
        <a:p>
          <a:pPr algn="l">
            <a:lnSpc>
              <a:spcPct val="100000"/>
            </a:lnSpc>
            <a:spcAft>
              <a:spcPts val="0"/>
            </a:spcAft>
            <a:buNone/>
          </a:pPr>
          <a:r>
            <a:rPr lang="en-US" sz="2400" b="0" dirty="0"/>
            <a:t>3. If answered ALL questions, incorrect answer for ANY question </a:t>
          </a:r>
          <a:r>
            <a:rPr lang="en-PH" sz="2400" b="0" i="0" dirty="0">
              <a:solidFill>
                <a:srgbClr val="FFFFFF"/>
              </a:solidFill>
              <a:effectLst/>
              <a:latin typeface="system-ui"/>
            </a:rPr>
            <a:t>will result in no points awarded.</a:t>
          </a:r>
          <a:endParaRPr lang="en-US" sz="2400" b="0" dirty="0"/>
        </a:p>
      </dgm:t>
    </dgm:pt>
    <dgm:pt modelId="{EAA431BF-77CA-46A2-9FC7-98A19FFF1644}" type="parTrans" cxnId="{F59BFC94-E4F0-42F5-B0CE-8EA920896AED}">
      <dgm:prSet/>
      <dgm:spPr/>
      <dgm:t>
        <a:bodyPr/>
        <a:lstStyle/>
        <a:p>
          <a:endParaRPr lang="en-US"/>
        </a:p>
      </dgm:t>
    </dgm:pt>
    <dgm:pt modelId="{470E492C-D1F7-4A56-8D0C-48849C4852C8}" type="sibTrans" cxnId="{F59BFC94-E4F0-42F5-B0CE-8EA920896AED}">
      <dgm:prSet/>
      <dgm:spPr/>
      <dgm:t>
        <a:bodyPr/>
        <a:lstStyle/>
        <a:p>
          <a:endParaRPr lang="en-US"/>
        </a:p>
      </dgm:t>
    </dgm:pt>
    <dgm:pt modelId="{13888311-3305-AE4B-96CF-A8274A777223}" type="pres">
      <dgm:prSet presAssocID="{B3DD8568-0ED4-432F-AB35-05963FAEEDDA}" presName="outerComposite" presStyleCnt="0">
        <dgm:presLayoutVars>
          <dgm:chMax val="5"/>
          <dgm:dir/>
          <dgm:resizeHandles val="exact"/>
        </dgm:presLayoutVars>
      </dgm:prSet>
      <dgm:spPr/>
    </dgm:pt>
    <dgm:pt modelId="{8BEE9350-F761-F24F-A9AD-E3B2FFF81246}" type="pres">
      <dgm:prSet presAssocID="{B3DD8568-0ED4-432F-AB35-05963FAEEDDA}" presName="dummyMaxCanvas" presStyleCnt="0">
        <dgm:presLayoutVars/>
      </dgm:prSet>
      <dgm:spPr/>
    </dgm:pt>
    <dgm:pt modelId="{4D93B0EF-BF92-7444-A87C-A9A3DB09A428}" type="pres">
      <dgm:prSet presAssocID="{B3DD8568-0ED4-432F-AB35-05963FAEEDDA}" presName="OneNode_1" presStyleLbl="node1" presStyleIdx="0" presStyleCnt="1" custScaleY="200000" custLinFactNeighborX="3399" custLinFactNeighborY="-2937">
        <dgm:presLayoutVars>
          <dgm:bulletEnabled val="1"/>
        </dgm:presLayoutVars>
      </dgm:prSet>
      <dgm:spPr/>
    </dgm:pt>
  </dgm:ptLst>
  <dgm:cxnLst>
    <dgm:cxn modelId="{F59BFC94-E4F0-42F5-B0CE-8EA920896AED}" srcId="{B3DD8568-0ED4-432F-AB35-05963FAEEDDA}" destId="{08299087-DE6A-4C6B-8C04-BAAB4040EB51}" srcOrd="0" destOrd="0" parTransId="{EAA431BF-77CA-46A2-9FC7-98A19FFF1644}" sibTransId="{470E492C-D1F7-4A56-8D0C-48849C4852C8}"/>
    <dgm:cxn modelId="{14F305E7-3A1D-9948-B12D-5C30651C6193}" type="presOf" srcId="{08299087-DE6A-4C6B-8C04-BAAB4040EB51}" destId="{4D93B0EF-BF92-7444-A87C-A9A3DB09A428}" srcOrd="0" destOrd="0" presId="urn:microsoft.com/office/officeart/2005/8/layout/vProcess5"/>
    <dgm:cxn modelId="{9E47EEF5-6AF6-C44D-B097-0960C0A847E3}" type="presOf" srcId="{B3DD8568-0ED4-432F-AB35-05963FAEEDDA}" destId="{13888311-3305-AE4B-96CF-A8274A777223}" srcOrd="0" destOrd="0" presId="urn:microsoft.com/office/officeart/2005/8/layout/vProcess5"/>
    <dgm:cxn modelId="{8266A40F-4E12-A845-A953-ECC119404DA9}" type="presParOf" srcId="{13888311-3305-AE4B-96CF-A8274A777223}" destId="{8BEE9350-F761-F24F-A9AD-E3B2FFF81246}" srcOrd="0" destOrd="0" presId="urn:microsoft.com/office/officeart/2005/8/layout/vProcess5"/>
    <dgm:cxn modelId="{D849EC96-0D0F-8640-B8AC-95366D0D05DD}" type="presParOf" srcId="{13888311-3305-AE4B-96CF-A8274A777223}" destId="{4D93B0EF-BF92-7444-A87C-A9A3DB09A428}" srcOrd="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DD8568-0ED4-432F-AB35-05963FAEEDDA}"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08299087-DE6A-4C6B-8C04-BAAB4040EB51}">
      <dgm:prSet custT="1"/>
      <dgm:spPr/>
      <dgm:t>
        <a:bodyPr/>
        <a:lstStyle/>
        <a:p>
          <a:pPr algn="l">
            <a:lnSpc>
              <a:spcPct val="100000"/>
            </a:lnSpc>
            <a:spcAft>
              <a:spcPts val="0"/>
            </a:spcAft>
            <a:buNone/>
          </a:pPr>
          <a:r>
            <a:rPr lang="en-US" sz="2400" b="1" dirty="0"/>
            <a:t>GUIDELINES</a:t>
          </a:r>
        </a:p>
        <a:p>
          <a:pPr algn="l">
            <a:lnSpc>
              <a:spcPct val="100000"/>
            </a:lnSpc>
            <a:spcAft>
              <a:spcPts val="0"/>
            </a:spcAft>
            <a:buNone/>
          </a:pPr>
          <a:r>
            <a:rPr lang="en-PH" sz="2400" b="0" i="0" dirty="0">
              <a:solidFill>
                <a:srgbClr val="FFFFFF"/>
              </a:solidFill>
              <a:effectLst/>
              <a:latin typeface="system-ui"/>
            </a:rPr>
            <a:t>1. Write your queries clearly and concisely.</a:t>
          </a:r>
        </a:p>
        <a:p>
          <a:pPr algn="l">
            <a:lnSpc>
              <a:spcPct val="100000"/>
            </a:lnSpc>
            <a:spcAft>
              <a:spcPts val="0"/>
            </a:spcAft>
            <a:buNone/>
          </a:pPr>
          <a:r>
            <a:rPr lang="en-PH" sz="2400" b="0" i="0" dirty="0">
              <a:solidFill>
                <a:srgbClr val="FFFFFF"/>
              </a:solidFill>
              <a:effectLst/>
              <a:latin typeface="system-ui"/>
            </a:rPr>
            <a:t>2. Double-check your answers before submission</a:t>
          </a:r>
        </a:p>
        <a:p>
          <a:pPr algn="l">
            <a:lnSpc>
              <a:spcPct val="100000"/>
            </a:lnSpc>
            <a:spcAft>
              <a:spcPts val="0"/>
            </a:spcAft>
            <a:buNone/>
          </a:pPr>
          <a:r>
            <a:rPr lang="en-PH" sz="2400" b="0" i="0" dirty="0">
              <a:solidFill>
                <a:srgbClr val="FFFFFF"/>
              </a:solidFill>
              <a:effectLst/>
              <a:latin typeface="system-ui"/>
            </a:rPr>
            <a:t>3. Make your selections wisely to maximize your score.</a:t>
          </a:r>
        </a:p>
        <a:p>
          <a:pPr algn="l">
            <a:lnSpc>
              <a:spcPct val="100000"/>
            </a:lnSpc>
            <a:spcAft>
              <a:spcPts val="0"/>
            </a:spcAft>
            <a:buNone/>
          </a:pPr>
          <a:r>
            <a:rPr lang="en-PH" sz="2400" b="0" i="0" dirty="0">
              <a:solidFill>
                <a:srgbClr val="FFFFFF"/>
              </a:solidFill>
              <a:effectLst/>
              <a:latin typeface="system-ui"/>
            </a:rPr>
            <a:t>4. Submit your completed exam within the allocated time frame.</a:t>
          </a:r>
        </a:p>
        <a:p>
          <a:pPr algn="l">
            <a:lnSpc>
              <a:spcPct val="100000"/>
            </a:lnSpc>
            <a:spcAft>
              <a:spcPts val="0"/>
            </a:spcAft>
            <a:buNone/>
          </a:pPr>
          <a:endParaRPr lang="en-PH" sz="2400" b="0" i="0" dirty="0">
            <a:solidFill>
              <a:srgbClr val="FFFFFF"/>
            </a:solidFill>
            <a:effectLst/>
            <a:latin typeface="system-ui"/>
          </a:endParaRPr>
        </a:p>
        <a:p>
          <a:pPr algn="l">
            <a:lnSpc>
              <a:spcPct val="100000"/>
            </a:lnSpc>
            <a:spcAft>
              <a:spcPts val="0"/>
            </a:spcAft>
            <a:buNone/>
          </a:pPr>
          <a:r>
            <a:rPr lang="en-PH" sz="2400" b="1" i="0" dirty="0">
              <a:solidFill>
                <a:srgbClr val="FFFFFF"/>
              </a:solidFill>
              <a:effectLst/>
              <a:latin typeface="system-ui"/>
            </a:rPr>
            <a:t>Good luck!</a:t>
          </a:r>
        </a:p>
      </dgm:t>
    </dgm:pt>
    <dgm:pt modelId="{EAA431BF-77CA-46A2-9FC7-98A19FFF1644}" type="parTrans" cxnId="{F59BFC94-E4F0-42F5-B0CE-8EA920896AED}">
      <dgm:prSet/>
      <dgm:spPr/>
      <dgm:t>
        <a:bodyPr/>
        <a:lstStyle/>
        <a:p>
          <a:endParaRPr lang="en-US"/>
        </a:p>
      </dgm:t>
    </dgm:pt>
    <dgm:pt modelId="{470E492C-D1F7-4A56-8D0C-48849C4852C8}" type="sibTrans" cxnId="{F59BFC94-E4F0-42F5-B0CE-8EA920896AED}">
      <dgm:prSet/>
      <dgm:spPr/>
      <dgm:t>
        <a:bodyPr/>
        <a:lstStyle/>
        <a:p>
          <a:endParaRPr lang="en-US"/>
        </a:p>
      </dgm:t>
    </dgm:pt>
    <dgm:pt modelId="{13888311-3305-AE4B-96CF-A8274A777223}" type="pres">
      <dgm:prSet presAssocID="{B3DD8568-0ED4-432F-AB35-05963FAEEDDA}" presName="outerComposite" presStyleCnt="0">
        <dgm:presLayoutVars>
          <dgm:chMax val="5"/>
          <dgm:dir/>
          <dgm:resizeHandles val="exact"/>
        </dgm:presLayoutVars>
      </dgm:prSet>
      <dgm:spPr/>
    </dgm:pt>
    <dgm:pt modelId="{8BEE9350-F761-F24F-A9AD-E3B2FFF81246}" type="pres">
      <dgm:prSet presAssocID="{B3DD8568-0ED4-432F-AB35-05963FAEEDDA}" presName="dummyMaxCanvas" presStyleCnt="0">
        <dgm:presLayoutVars/>
      </dgm:prSet>
      <dgm:spPr/>
    </dgm:pt>
    <dgm:pt modelId="{4D93B0EF-BF92-7444-A87C-A9A3DB09A428}" type="pres">
      <dgm:prSet presAssocID="{B3DD8568-0ED4-432F-AB35-05963FAEEDDA}" presName="OneNode_1" presStyleLbl="node1" presStyleIdx="0" presStyleCnt="1" custScaleY="200000" custLinFactNeighborX="3399" custLinFactNeighborY="-2937">
        <dgm:presLayoutVars>
          <dgm:bulletEnabled val="1"/>
        </dgm:presLayoutVars>
      </dgm:prSet>
      <dgm:spPr/>
    </dgm:pt>
  </dgm:ptLst>
  <dgm:cxnLst>
    <dgm:cxn modelId="{F59BFC94-E4F0-42F5-B0CE-8EA920896AED}" srcId="{B3DD8568-0ED4-432F-AB35-05963FAEEDDA}" destId="{08299087-DE6A-4C6B-8C04-BAAB4040EB51}" srcOrd="0" destOrd="0" parTransId="{EAA431BF-77CA-46A2-9FC7-98A19FFF1644}" sibTransId="{470E492C-D1F7-4A56-8D0C-48849C4852C8}"/>
    <dgm:cxn modelId="{14F305E7-3A1D-9948-B12D-5C30651C6193}" type="presOf" srcId="{08299087-DE6A-4C6B-8C04-BAAB4040EB51}" destId="{4D93B0EF-BF92-7444-A87C-A9A3DB09A428}" srcOrd="0" destOrd="0" presId="urn:microsoft.com/office/officeart/2005/8/layout/vProcess5"/>
    <dgm:cxn modelId="{9E47EEF5-6AF6-C44D-B097-0960C0A847E3}" type="presOf" srcId="{B3DD8568-0ED4-432F-AB35-05963FAEEDDA}" destId="{13888311-3305-AE4B-96CF-A8274A777223}" srcOrd="0" destOrd="0" presId="urn:microsoft.com/office/officeart/2005/8/layout/vProcess5"/>
    <dgm:cxn modelId="{8266A40F-4E12-A845-A953-ECC119404DA9}" type="presParOf" srcId="{13888311-3305-AE4B-96CF-A8274A777223}" destId="{8BEE9350-F761-F24F-A9AD-E3B2FFF81246}" srcOrd="0" destOrd="0" presId="urn:microsoft.com/office/officeart/2005/8/layout/vProcess5"/>
    <dgm:cxn modelId="{D849EC96-0D0F-8640-B8AC-95366D0D05DD}" type="presParOf" srcId="{13888311-3305-AE4B-96CF-A8274A777223}" destId="{4D93B0EF-BF92-7444-A87C-A9A3DB09A428}" srcOrd="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3DD8568-0ED4-432F-AB35-05963FAEEDDA}"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08299087-DE6A-4C6B-8C04-BAAB4040EB51}">
      <dgm:prSet custT="1"/>
      <dgm:spPr/>
      <dgm:t>
        <a:bodyPr/>
        <a:lstStyle/>
        <a:p>
          <a:pPr>
            <a:lnSpc>
              <a:spcPct val="100000"/>
            </a:lnSpc>
            <a:buNone/>
          </a:pPr>
          <a:r>
            <a:rPr lang="en-PH" sz="2700" b="0" i="0" dirty="0"/>
            <a:t>Use </a:t>
          </a:r>
          <a:r>
            <a:rPr lang="en-PH" sz="2700" i="1" dirty="0"/>
            <a:t>tutorial</a:t>
          </a:r>
          <a:r>
            <a:rPr lang="en-PH" sz="2700" i="1" dirty="0">
              <a:effectLst/>
            </a:rPr>
            <a:t>.</a:t>
          </a:r>
          <a:r>
            <a:rPr lang="en-PH" sz="2700" i="1" dirty="0"/>
            <a:t>billboard_top_100_year_end</a:t>
          </a:r>
          <a:r>
            <a:rPr lang="en-PH" sz="2700" dirty="0"/>
            <a:t> table</a:t>
          </a:r>
        </a:p>
        <a:p>
          <a:pPr>
            <a:lnSpc>
              <a:spcPct val="100000"/>
            </a:lnSpc>
            <a:buNone/>
          </a:pPr>
          <a:endParaRPr lang="en-US" sz="1200" dirty="0"/>
        </a:p>
        <a:p>
          <a:pPr>
            <a:lnSpc>
              <a:spcPct val="100000"/>
            </a:lnSpc>
            <a:buNone/>
          </a:pPr>
          <a:r>
            <a:rPr lang="en-US" sz="2700" dirty="0"/>
            <a:t>Write a query that: </a:t>
          </a:r>
        </a:p>
      </dgm:t>
    </dgm:pt>
    <dgm:pt modelId="{EAA431BF-77CA-46A2-9FC7-98A19FFF1644}" type="parTrans" cxnId="{F59BFC94-E4F0-42F5-B0CE-8EA920896AED}">
      <dgm:prSet/>
      <dgm:spPr/>
      <dgm:t>
        <a:bodyPr/>
        <a:lstStyle/>
        <a:p>
          <a:endParaRPr lang="en-US"/>
        </a:p>
      </dgm:t>
    </dgm:pt>
    <dgm:pt modelId="{470E492C-D1F7-4A56-8D0C-48849C4852C8}" type="sibTrans" cxnId="{F59BFC94-E4F0-42F5-B0CE-8EA920896AED}">
      <dgm:prSet/>
      <dgm:spPr/>
      <dgm:t>
        <a:bodyPr/>
        <a:lstStyle/>
        <a:p>
          <a:endParaRPr lang="en-US"/>
        </a:p>
      </dgm:t>
    </dgm:pt>
    <dgm:pt modelId="{180CEC2A-E4D0-8940-98F2-6CA3A144E02E}">
      <dgm:prSet/>
      <dgm:spPr/>
      <dgm:t>
        <a:bodyPr/>
        <a:lstStyle/>
        <a:p>
          <a:pPr>
            <a:lnSpc>
              <a:spcPct val="100000"/>
            </a:lnSpc>
          </a:pPr>
          <a:r>
            <a:rPr lang="en-PH" sz="2100" b="0" i="0" dirty="0"/>
            <a:t>Shows all rows for which T-Pain was a group member, ordered by rank on the charts, from lowest to highest rank (from 100 to 1).</a:t>
          </a:r>
          <a:endParaRPr lang="en-US" sz="2100" i="0" dirty="0"/>
        </a:p>
      </dgm:t>
    </dgm:pt>
    <dgm:pt modelId="{669E8C47-B40E-4B45-A2CB-A83AA2589476}" type="parTrans" cxnId="{6059F3FF-E0C1-A042-B9D1-188C8309722B}">
      <dgm:prSet/>
      <dgm:spPr/>
      <dgm:t>
        <a:bodyPr/>
        <a:lstStyle/>
        <a:p>
          <a:endParaRPr lang="en-US"/>
        </a:p>
      </dgm:t>
    </dgm:pt>
    <dgm:pt modelId="{05B12874-7A47-C041-A941-5A5644832E77}" type="sibTrans" cxnId="{6059F3FF-E0C1-A042-B9D1-188C8309722B}">
      <dgm:prSet/>
      <dgm:spPr/>
      <dgm:t>
        <a:bodyPr/>
        <a:lstStyle/>
        <a:p>
          <a:endParaRPr lang="en-US"/>
        </a:p>
      </dgm:t>
    </dgm:pt>
    <dgm:pt modelId="{6893D573-5202-744D-82A3-A00AC55C3BD5}">
      <dgm:prSet/>
      <dgm:spPr/>
      <dgm:t>
        <a:bodyPr/>
        <a:lstStyle/>
        <a:p>
          <a:pPr>
            <a:lnSpc>
              <a:spcPct val="100000"/>
            </a:lnSpc>
          </a:pPr>
          <a:r>
            <a:rPr lang="en-PH" sz="2100" b="0" i="0" dirty="0"/>
            <a:t>Returns songs that ranked between 10 and 20 (inclusive) in 1993, 2003, or 2013. Order the results by year and rank, and leave a comment on each line of the clause to indicate what that line does. </a:t>
          </a:r>
          <a:endParaRPr lang="en-US" sz="2100" dirty="0"/>
        </a:p>
      </dgm:t>
    </dgm:pt>
    <dgm:pt modelId="{FC58498C-2AF8-A34F-A973-3B4F4C8B1A81}" type="parTrans" cxnId="{868918DE-CE24-4745-B340-F94E5EF43E0B}">
      <dgm:prSet/>
      <dgm:spPr/>
      <dgm:t>
        <a:bodyPr/>
        <a:lstStyle/>
        <a:p>
          <a:endParaRPr lang="en-US"/>
        </a:p>
      </dgm:t>
    </dgm:pt>
    <dgm:pt modelId="{B90CCDC8-28C4-AD4F-A854-542A98773464}" type="sibTrans" cxnId="{868918DE-CE24-4745-B340-F94E5EF43E0B}">
      <dgm:prSet/>
      <dgm:spPr/>
      <dgm:t>
        <a:bodyPr/>
        <a:lstStyle/>
        <a:p>
          <a:endParaRPr lang="en-US"/>
        </a:p>
      </dgm:t>
    </dgm:pt>
    <dgm:pt modelId="{9199E5C3-51CD-9E4D-ABD2-5653771EC4D2}">
      <dgm:prSet/>
      <dgm:spPr/>
      <dgm:t>
        <a:bodyPr/>
        <a:lstStyle/>
        <a:p>
          <a:pPr>
            <a:lnSpc>
              <a:spcPct val="100000"/>
            </a:lnSpc>
          </a:pPr>
          <a:r>
            <a:rPr lang="en-PH" sz="2100" b="0" i="0" dirty="0"/>
            <a:t>Returns all rows for songs that were on the charts in 2013 and do not contain the letter "a". </a:t>
          </a:r>
          <a:endParaRPr lang="en-US" sz="2100" i="0" dirty="0"/>
        </a:p>
      </dgm:t>
    </dgm:pt>
    <dgm:pt modelId="{71AA15BB-1322-934B-8132-A5EC69FB48AE}" type="parTrans" cxnId="{326E8693-0E90-B14D-8EFE-8029A00A70AB}">
      <dgm:prSet/>
      <dgm:spPr/>
      <dgm:t>
        <a:bodyPr/>
        <a:lstStyle/>
        <a:p>
          <a:endParaRPr lang="en-US"/>
        </a:p>
      </dgm:t>
    </dgm:pt>
    <dgm:pt modelId="{AFA12FAC-54FA-5E48-AFFA-84B4B1BFE43A}" type="sibTrans" cxnId="{326E8693-0E90-B14D-8EFE-8029A00A70AB}">
      <dgm:prSet/>
      <dgm:spPr/>
      <dgm:t>
        <a:bodyPr/>
        <a:lstStyle/>
        <a:p>
          <a:endParaRPr lang="en-US"/>
        </a:p>
      </dgm:t>
    </dgm:pt>
    <dgm:pt modelId="{047ADD86-1E1B-8444-9D11-6AB7D4744C86}">
      <dgm:prSet/>
      <dgm:spPr/>
      <dgm:t>
        <a:bodyPr/>
        <a:lstStyle/>
        <a:p>
          <a:pPr>
            <a:lnSpc>
              <a:spcPct val="100000"/>
            </a:lnSpc>
          </a:pPr>
          <a:r>
            <a:rPr lang="en-PH" sz="2100" b="0" i="0" dirty="0"/>
            <a:t>Shows all top 100 songs from January 1, 1985 through December 31, 1990.</a:t>
          </a:r>
          <a:endParaRPr lang="en-US" sz="2100" i="0" dirty="0"/>
        </a:p>
      </dgm:t>
    </dgm:pt>
    <dgm:pt modelId="{BC72DE12-45B4-3140-B4D9-DB87A35DC8CC}" type="parTrans" cxnId="{D3A4057D-5F00-5C41-8C20-222CF855E265}">
      <dgm:prSet/>
      <dgm:spPr/>
      <dgm:t>
        <a:bodyPr/>
        <a:lstStyle/>
        <a:p>
          <a:endParaRPr lang="en-US"/>
        </a:p>
      </dgm:t>
    </dgm:pt>
    <dgm:pt modelId="{1A8FFA36-F010-F34E-A146-743F6597A167}" type="sibTrans" cxnId="{D3A4057D-5F00-5C41-8C20-222CF855E265}">
      <dgm:prSet/>
      <dgm:spPr/>
      <dgm:t>
        <a:bodyPr/>
        <a:lstStyle/>
        <a:p>
          <a:endParaRPr lang="en-US"/>
        </a:p>
      </dgm:t>
    </dgm:pt>
    <dgm:pt modelId="{13888311-3305-AE4B-96CF-A8274A777223}" type="pres">
      <dgm:prSet presAssocID="{B3DD8568-0ED4-432F-AB35-05963FAEEDDA}" presName="outerComposite" presStyleCnt="0">
        <dgm:presLayoutVars>
          <dgm:chMax val="5"/>
          <dgm:dir/>
          <dgm:resizeHandles val="exact"/>
        </dgm:presLayoutVars>
      </dgm:prSet>
      <dgm:spPr/>
    </dgm:pt>
    <dgm:pt modelId="{8BEE9350-F761-F24F-A9AD-E3B2FFF81246}" type="pres">
      <dgm:prSet presAssocID="{B3DD8568-0ED4-432F-AB35-05963FAEEDDA}" presName="dummyMaxCanvas" presStyleCnt="0">
        <dgm:presLayoutVars/>
      </dgm:prSet>
      <dgm:spPr/>
    </dgm:pt>
    <dgm:pt modelId="{4D93B0EF-BF92-7444-A87C-A9A3DB09A428}" type="pres">
      <dgm:prSet presAssocID="{B3DD8568-0ED4-432F-AB35-05963FAEEDDA}" presName="OneNode_1" presStyleLbl="node1" presStyleIdx="0" presStyleCnt="1" custScaleY="200000" custLinFactNeighborX="3399" custLinFactNeighborY="-2937">
        <dgm:presLayoutVars>
          <dgm:bulletEnabled val="1"/>
        </dgm:presLayoutVars>
      </dgm:prSet>
      <dgm:spPr/>
    </dgm:pt>
  </dgm:ptLst>
  <dgm:cxnLst>
    <dgm:cxn modelId="{F4595370-1DCA-EC44-A03D-3EEE927F936B}" type="presOf" srcId="{9199E5C3-51CD-9E4D-ABD2-5653771EC4D2}" destId="{4D93B0EF-BF92-7444-A87C-A9A3DB09A428}" srcOrd="0" destOrd="2" presId="urn:microsoft.com/office/officeart/2005/8/layout/vProcess5"/>
    <dgm:cxn modelId="{5D0C8A70-4A5B-924A-BFCF-ED5283255A43}" type="presOf" srcId="{6893D573-5202-744D-82A3-A00AC55C3BD5}" destId="{4D93B0EF-BF92-7444-A87C-A9A3DB09A428}" srcOrd="0" destOrd="4" presId="urn:microsoft.com/office/officeart/2005/8/layout/vProcess5"/>
    <dgm:cxn modelId="{AC18CF75-36C1-E948-816E-31BEFEA8ACF7}" type="presOf" srcId="{180CEC2A-E4D0-8940-98F2-6CA3A144E02E}" destId="{4D93B0EF-BF92-7444-A87C-A9A3DB09A428}" srcOrd="0" destOrd="3" presId="urn:microsoft.com/office/officeart/2005/8/layout/vProcess5"/>
    <dgm:cxn modelId="{D3A4057D-5F00-5C41-8C20-222CF855E265}" srcId="{08299087-DE6A-4C6B-8C04-BAAB4040EB51}" destId="{047ADD86-1E1B-8444-9D11-6AB7D4744C86}" srcOrd="0" destOrd="0" parTransId="{BC72DE12-45B4-3140-B4D9-DB87A35DC8CC}" sibTransId="{1A8FFA36-F010-F34E-A146-743F6597A167}"/>
    <dgm:cxn modelId="{326E8693-0E90-B14D-8EFE-8029A00A70AB}" srcId="{08299087-DE6A-4C6B-8C04-BAAB4040EB51}" destId="{9199E5C3-51CD-9E4D-ABD2-5653771EC4D2}" srcOrd="1" destOrd="0" parTransId="{71AA15BB-1322-934B-8132-A5EC69FB48AE}" sibTransId="{AFA12FAC-54FA-5E48-AFFA-84B4B1BFE43A}"/>
    <dgm:cxn modelId="{F59BFC94-E4F0-42F5-B0CE-8EA920896AED}" srcId="{B3DD8568-0ED4-432F-AB35-05963FAEEDDA}" destId="{08299087-DE6A-4C6B-8C04-BAAB4040EB51}" srcOrd="0" destOrd="0" parTransId="{EAA431BF-77CA-46A2-9FC7-98A19FFF1644}" sibTransId="{470E492C-D1F7-4A56-8D0C-48849C4852C8}"/>
    <dgm:cxn modelId="{EE3F77CD-4989-2E44-A62E-E6B07B4852F4}" type="presOf" srcId="{047ADD86-1E1B-8444-9D11-6AB7D4744C86}" destId="{4D93B0EF-BF92-7444-A87C-A9A3DB09A428}" srcOrd="0" destOrd="1" presId="urn:microsoft.com/office/officeart/2005/8/layout/vProcess5"/>
    <dgm:cxn modelId="{868918DE-CE24-4745-B340-F94E5EF43E0B}" srcId="{08299087-DE6A-4C6B-8C04-BAAB4040EB51}" destId="{6893D573-5202-744D-82A3-A00AC55C3BD5}" srcOrd="3" destOrd="0" parTransId="{FC58498C-2AF8-A34F-A973-3B4F4C8B1A81}" sibTransId="{B90CCDC8-28C4-AD4F-A854-542A98773464}"/>
    <dgm:cxn modelId="{14F305E7-3A1D-9948-B12D-5C30651C6193}" type="presOf" srcId="{08299087-DE6A-4C6B-8C04-BAAB4040EB51}" destId="{4D93B0EF-BF92-7444-A87C-A9A3DB09A428}" srcOrd="0" destOrd="0" presId="urn:microsoft.com/office/officeart/2005/8/layout/vProcess5"/>
    <dgm:cxn modelId="{9E47EEF5-6AF6-C44D-B097-0960C0A847E3}" type="presOf" srcId="{B3DD8568-0ED4-432F-AB35-05963FAEEDDA}" destId="{13888311-3305-AE4B-96CF-A8274A777223}" srcOrd="0" destOrd="0" presId="urn:microsoft.com/office/officeart/2005/8/layout/vProcess5"/>
    <dgm:cxn modelId="{6059F3FF-E0C1-A042-B9D1-188C8309722B}" srcId="{08299087-DE6A-4C6B-8C04-BAAB4040EB51}" destId="{180CEC2A-E4D0-8940-98F2-6CA3A144E02E}" srcOrd="2" destOrd="0" parTransId="{669E8C47-B40E-4B45-A2CB-A83AA2589476}" sibTransId="{05B12874-7A47-C041-A941-5A5644832E77}"/>
    <dgm:cxn modelId="{8266A40F-4E12-A845-A953-ECC119404DA9}" type="presParOf" srcId="{13888311-3305-AE4B-96CF-A8274A777223}" destId="{8BEE9350-F761-F24F-A9AD-E3B2FFF81246}" srcOrd="0" destOrd="0" presId="urn:microsoft.com/office/officeart/2005/8/layout/vProcess5"/>
    <dgm:cxn modelId="{D849EC96-0D0F-8640-B8AC-95366D0D05DD}" type="presParOf" srcId="{13888311-3305-AE4B-96CF-A8274A777223}" destId="{4D93B0EF-BF92-7444-A87C-A9A3DB09A428}" srcOrd="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DD8568-0ED4-432F-AB35-05963FAEEDDA}"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08299087-DE6A-4C6B-8C04-BAAB4040EB51}">
      <dgm:prSet custT="1"/>
      <dgm:spPr/>
      <dgm:t>
        <a:bodyPr/>
        <a:lstStyle/>
        <a:p>
          <a:pPr>
            <a:lnSpc>
              <a:spcPct val="100000"/>
            </a:lnSpc>
            <a:buNone/>
          </a:pPr>
          <a:r>
            <a:rPr lang="en-PH" sz="2700" b="0" i="0" dirty="0">
              <a:latin typeface="Calibri" panose="020F0502020204030204" pitchFamily="34" charset="0"/>
              <a:cs typeface="Calibri" panose="020F0502020204030204" pitchFamily="34" charset="0"/>
            </a:rPr>
            <a:t>Use </a:t>
          </a:r>
          <a:r>
            <a:rPr lang="en-PH" sz="2700" i="1" dirty="0" err="1">
              <a:latin typeface="Calibri" panose="020F0502020204030204" pitchFamily="34" charset="0"/>
              <a:cs typeface="Calibri" panose="020F0502020204030204" pitchFamily="34" charset="0"/>
            </a:rPr>
            <a:t>tutorial</a:t>
          </a:r>
          <a:r>
            <a:rPr lang="en-PH" sz="2700" i="1" dirty="0" err="1">
              <a:effectLst/>
              <a:latin typeface="Calibri" panose="020F0502020204030204" pitchFamily="34" charset="0"/>
              <a:cs typeface="Calibri" panose="020F0502020204030204" pitchFamily="34" charset="0"/>
            </a:rPr>
            <a:t>.</a:t>
          </a:r>
          <a:r>
            <a:rPr lang="en-PH" sz="2700" i="1" dirty="0" err="1">
              <a:latin typeface="Calibri" panose="020F0502020204030204" pitchFamily="34" charset="0"/>
              <a:cs typeface="Calibri" panose="020F0502020204030204" pitchFamily="34" charset="0"/>
            </a:rPr>
            <a:t>aapl_historical_stock_price</a:t>
          </a:r>
          <a:r>
            <a:rPr lang="en-PH" sz="2700" dirty="0">
              <a:latin typeface="Calibri" panose="020F0502020204030204" pitchFamily="34" charset="0"/>
              <a:cs typeface="Calibri" panose="020F0502020204030204" pitchFamily="34" charset="0"/>
            </a:rPr>
            <a:t> table</a:t>
          </a:r>
        </a:p>
        <a:p>
          <a:pPr>
            <a:lnSpc>
              <a:spcPct val="100000"/>
            </a:lnSpc>
            <a:buNone/>
          </a:pPr>
          <a:endParaRPr lang="en-US" sz="1200" dirty="0">
            <a:latin typeface="Calibri" panose="020F0502020204030204" pitchFamily="34" charset="0"/>
            <a:cs typeface="Calibri" panose="020F0502020204030204" pitchFamily="34" charset="0"/>
          </a:endParaRPr>
        </a:p>
        <a:p>
          <a:pPr>
            <a:lnSpc>
              <a:spcPct val="100000"/>
            </a:lnSpc>
            <a:buNone/>
          </a:pPr>
          <a:r>
            <a:rPr lang="en-US" sz="2700" dirty="0">
              <a:latin typeface="Calibri" panose="020F0502020204030204" pitchFamily="34" charset="0"/>
              <a:cs typeface="Calibri" panose="020F0502020204030204" pitchFamily="34" charset="0"/>
            </a:rPr>
            <a:t>Write a query that: </a:t>
          </a:r>
        </a:p>
      </dgm:t>
    </dgm:pt>
    <dgm:pt modelId="{EAA431BF-77CA-46A2-9FC7-98A19FFF1644}" type="parTrans" cxnId="{F59BFC94-E4F0-42F5-B0CE-8EA920896AED}">
      <dgm:prSet/>
      <dgm:spPr/>
      <dgm:t>
        <a:bodyPr/>
        <a:lstStyle/>
        <a:p>
          <a:endParaRPr lang="en-US"/>
        </a:p>
      </dgm:t>
    </dgm:pt>
    <dgm:pt modelId="{470E492C-D1F7-4A56-8D0C-48849C4852C8}" type="sibTrans" cxnId="{F59BFC94-E4F0-42F5-B0CE-8EA920896AED}">
      <dgm:prSet/>
      <dgm:spPr/>
      <dgm:t>
        <a:bodyPr/>
        <a:lstStyle/>
        <a:p>
          <a:endParaRPr lang="en-US"/>
        </a:p>
      </dgm:t>
    </dgm:pt>
    <dgm:pt modelId="{047ADD86-1E1B-8444-9D11-6AB7D4744C86}">
      <dgm:prSet custT="1"/>
      <dgm:spPr/>
      <dgm:t>
        <a:bodyPr/>
        <a:lstStyle/>
        <a:p>
          <a:pPr>
            <a:lnSpc>
              <a:spcPct val="100000"/>
            </a:lnSpc>
          </a:pPr>
          <a:r>
            <a:rPr lang="en-PH" sz="2100" b="0" i="0" dirty="0">
              <a:solidFill>
                <a:schemeClr val="bg1"/>
              </a:solidFill>
              <a:latin typeface="Calibri" panose="020F0502020204030204" pitchFamily="34" charset="0"/>
              <a:cs typeface="Calibri" panose="020F0502020204030204" pitchFamily="34" charset="0"/>
            </a:rPr>
            <a:t>Determines counts of every single column. With these counts, can you tell which column has the most null values?</a:t>
          </a:r>
          <a:endParaRPr lang="en-US" sz="2100" i="0" dirty="0">
            <a:solidFill>
              <a:schemeClr val="bg1"/>
            </a:solidFill>
            <a:latin typeface="Calibri" panose="020F0502020204030204" pitchFamily="34" charset="0"/>
            <a:cs typeface="Calibri" panose="020F0502020204030204" pitchFamily="34" charset="0"/>
          </a:endParaRPr>
        </a:p>
      </dgm:t>
    </dgm:pt>
    <dgm:pt modelId="{BC72DE12-45B4-3140-B4D9-DB87A35DC8CC}" type="parTrans" cxnId="{D3A4057D-5F00-5C41-8C20-222CF855E265}">
      <dgm:prSet/>
      <dgm:spPr/>
      <dgm:t>
        <a:bodyPr/>
        <a:lstStyle/>
        <a:p>
          <a:endParaRPr lang="en-US"/>
        </a:p>
      </dgm:t>
    </dgm:pt>
    <dgm:pt modelId="{1A8FFA36-F010-F34E-A146-743F6597A167}" type="sibTrans" cxnId="{D3A4057D-5F00-5C41-8C20-222CF855E265}">
      <dgm:prSet/>
      <dgm:spPr/>
      <dgm:t>
        <a:bodyPr/>
        <a:lstStyle/>
        <a:p>
          <a:endParaRPr lang="en-US"/>
        </a:p>
      </dgm:t>
    </dgm:pt>
    <dgm:pt modelId="{F271EA08-B8CE-0C4E-A269-A5091AC64915}">
      <dgm:prSet custT="1"/>
      <dgm:spPr/>
      <dgm:t>
        <a:bodyPr/>
        <a:lstStyle/>
        <a:p>
          <a:pPr>
            <a:lnSpc>
              <a:spcPct val="100000"/>
            </a:lnSpc>
            <a:buFont typeface="Arial" panose="020B0604020202020204" pitchFamily="34" charset="0"/>
            <a:buChar char="•"/>
          </a:pPr>
          <a:r>
            <a:rPr lang="en-PH" sz="2100" b="0" i="0" dirty="0">
              <a:solidFill>
                <a:schemeClr val="bg1"/>
              </a:solidFill>
              <a:effectLst/>
              <a:latin typeface="Calibri" panose="020F0502020204030204" pitchFamily="34" charset="0"/>
              <a:cs typeface="Calibri" panose="020F0502020204030204" pitchFamily="34" charset="0"/>
            </a:rPr>
            <a:t>Answers the question: What was the highest single-day increase in Apple's share value?</a:t>
          </a:r>
          <a:endParaRPr lang="en-US" sz="2100" i="0" dirty="0">
            <a:solidFill>
              <a:schemeClr val="bg1"/>
            </a:solidFill>
            <a:latin typeface="Calibri" panose="020F0502020204030204" pitchFamily="34" charset="0"/>
            <a:cs typeface="Calibri" panose="020F0502020204030204" pitchFamily="34" charset="0"/>
          </a:endParaRPr>
        </a:p>
      </dgm:t>
    </dgm:pt>
    <dgm:pt modelId="{48F7E946-F4CF-6948-BBB4-04B9DF381352}" type="parTrans" cxnId="{D7985E78-CAB4-A84E-87C4-DA699C78AA9B}">
      <dgm:prSet/>
      <dgm:spPr/>
      <dgm:t>
        <a:bodyPr/>
        <a:lstStyle/>
        <a:p>
          <a:endParaRPr lang="en-US"/>
        </a:p>
      </dgm:t>
    </dgm:pt>
    <dgm:pt modelId="{2D8B32C9-AD9A-9D45-9AB3-00737D7959E5}" type="sibTrans" cxnId="{D7985E78-CAB4-A84E-87C4-DA699C78AA9B}">
      <dgm:prSet/>
      <dgm:spPr/>
      <dgm:t>
        <a:bodyPr/>
        <a:lstStyle/>
        <a:p>
          <a:endParaRPr lang="en-US"/>
        </a:p>
      </dgm:t>
    </dgm:pt>
    <dgm:pt modelId="{1715A867-342A-DE4A-BEDB-FD0F7FF505B0}">
      <dgm:prSet custT="1"/>
      <dgm:spPr/>
      <dgm:t>
        <a:bodyPr/>
        <a:lstStyle/>
        <a:p>
          <a:pPr>
            <a:lnSpc>
              <a:spcPct val="100000"/>
            </a:lnSpc>
          </a:pPr>
          <a:r>
            <a:rPr lang="en-PH" sz="2100" b="0" i="0" dirty="0">
              <a:solidFill>
                <a:schemeClr val="bg1"/>
              </a:solidFill>
              <a:effectLst/>
              <a:latin typeface="Calibri" panose="020F0502020204030204" pitchFamily="34" charset="0"/>
              <a:cs typeface="Calibri" panose="020F0502020204030204" pitchFamily="34" charset="0"/>
            </a:rPr>
            <a:t>Calculates the lowest and highest prices that Apple stock achieved each month.</a:t>
          </a:r>
          <a:endParaRPr lang="en-PH" sz="2100" dirty="0">
            <a:solidFill>
              <a:schemeClr val="bg1"/>
            </a:solidFill>
            <a:latin typeface="Calibri" panose="020F0502020204030204" pitchFamily="34" charset="0"/>
            <a:cs typeface="Calibri" panose="020F0502020204030204" pitchFamily="34" charset="0"/>
          </a:endParaRPr>
        </a:p>
      </dgm:t>
    </dgm:pt>
    <dgm:pt modelId="{6E03C014-9E75-8245-AD87-1D9DCF78A705}" type="parTrans" cxnId="{568C63B1-69DE-094A-8210-4E002617796E}">
      <dgm:prSet/>
      <dgm:spPr/>
      <dgm:t>
        <a:bodyPr/>
        <a:lstStyle/>
        <a:p>
          <a:endParaRPr lang="en-US"/>
        </a:p>
      </dgm:t>
    </dgm:pt>
    <dgm:pt modelId="{807A6BB9-C2BE-9C49-AD63-82032492D679}" type="sibTrans" cxnId="{568C63B1-69DE-094A-8210-4E002617796E}">
      <dgm:prSet/>
      <dgm:spPr/>
      <dgm:t>
        <a:bodyPr/>
        <a:lstStyle/>
        <a:p>
          <a:endParaRPr lang="en-US"/>
        </a:p>
      </dgm:t>
    </dgm:pt>
    <dgm:pt modelId="{13888311-3305-AE4B-96CF-A8274A777223}" type="pres">
      <dgm:prSet presAssocID="{B3DD8568-0ED4-432F-AB35-05963FAEEDDA}" presName="outerComposite" presStyleCnt="0">
        <dgm:presLayoutVars>
          <dgm:chMax val="5"/>
          <dgm:dir/>
          <dgm:resizeHandles val="exact"/>
        </dgm:presLayoutVars>
      </dgm:prSet>
      <dgm:spPr/>
    </dgm:pt>
    <dgm:pt modelId="{8BEE9350-F761-F24F-A9AD-E3B2FFF81246}" type="pres">
      <dgm:prSet presAssocID="{B3DD8568-0ED4-432F-AB35-05963FAEEDDA}" presName="dummyMaxCanvas" presStyleCnt="0">
        <dgm:presLayoutVars/>
      </dgm:prSet>
      <dgm:spPr/>
    </dgm:pt>
    <dgm:pt modelId="{4D93B0EF-BF92-7444-A87C-A9A3DB09A428}" type="pres">
      <dgm:prSet presAssocID="{B3DD8568-0ED4-432F-AB35-05963FAEEDDA}" presName="OneNode_1" presStyleLbl="node1" presStyleIdx="0" presStyleCnt="1" custScaleY="200000" custLinFactNeighborX="3399" custLinFactNeighborY="-2937">
        <dgm:presLayoutVars>
          <dgm:bulletEnabled val="1"/>
        </dgm:presLayoutVars>
      </dgm:prSet>
      <dgm:spPr/>
    </dgm:pt>
  </dgm:ptLst>
  <dgm:cxnLst>
    <dgm:cxn modelId="{08491847-961B-F841-AA35-518F6CA546C7}" type="presOf" srcId="{F271EA08-B8CE-0C4E-A269-A5091AC64915}" destId="{4D93B0EF-BF92-7444-A87C-A9A3DB09A428}" srcOrd="0" destOrd="2" presId="urn:microsoft.com/office/officeart/2005/8/layout/vProcess5"/>
    <dgm:cxn modelId="{D7985E78-CAB4-A84E-87C4-DA699C78AA9B}" srcId="{08299087-DE6A-4C6B-8C04-BAAB4040EB51}" destId="{F271EA08-B8CE-0C4E-A269-A5091AC64915}" srcOrd="1" destOrd="0" parTransId="{48F7E946-F4CF-6948-BBB4-04B9DF381352}" sibTransId="{2D8B32C9-AD9A-9D45-9AB3-00737D7959E5}"/>
    <dgm:cxn modelId="{D3A4057D-5F00-5C41-8C20-222CF855E265}" srcId="{08299087-DE6A-4C6B-8C04-BAAB4040EB51}" destId="{047ADD86-1E1B-8444-9D11-6AB7D4744C86}" srcOrd="0" destOrd="0" parTransId="{BC72DE12-45B4-3140-B4D9-DB87A35DC8CC}" sibTransId="{1A8FFA36-F010-F34E-A146-743F6597A167}"/>
    <dgm:cxn modelId="{F59BFC94-E4F0-42F5-B0CE-8EA920896AED}" srcId="{B3DD8568-0ED4-432F-AB35-05963FAEEDDA}" destId="{08299087-DE6A-4C6B-8C04-BAAB4040EB51}" srcOrd="0" destOrd="0" parTransId="{EAA431BF-77CA-46A2-9FC7-98A19FFF1644}" sibTransId="{470E492C-D1F7-4A56-8D0C-48849C4852C8}"/>
    <dgm:cxn modelId="{568C63B1-69DE-094A-8210-4E002617796E}" srcId="{08299087-DE6A-4C6B-8C04-BAAB4040EB51}" destId="{1715A867-342A-DE4A-BEDB-FD0F7FF505B0}" srcOrd="2" destOrd="0" parTransId="{6E03C014-9E75-8245-AD87-1D9DCF78A705}" sibTransId="{807A6BB9-C2BE-9C49-AD63-82032492D679}"/>
    <dgm:cxn modelId="{EE3F77CD-4989-2E44-A62E-E6B07B4852F4}" type="presOf" srcId="{047ADD86-1E1B-8444-9D11-6AB7D4744C86}" destId="{4D93B0EF-BF92-7444-A87C-A9A3DB09A428}" srcOrd="0" destOrd="1" presId="urn:microsoft.com/office/officeart/2005/8/layout/vProcess5"/>
    <dgm:cxn modelId="{14F305E7-3A1D-9948-B12D-5C30651C6193}" type="presOf" srcId="{08299087-DE6A-4C6B-8C04-BAAB4040EB51}" destId="{4D93B0EF-BF92-7444-A87C-A9A3DB09A428}" srcOrd="0" destOrd="0" presId="urn:microsoft.com/office/officeart/2005/8/layout/vProcess5"/>
    <dgm:cxn modelId="{E18BD4EA-2163-8E42-8C37-9D47195D5492}" type="presOf" srcId="{1715A867-342A-DE4A-BEDB-FD0F7FF505B0}" destId="{4D93B0EF-BF92-7444-A87C-A9A3DB09A428}" srcOrd="0" destOrd="3" presId="urn:microsoft.com/office/officeart/2005/8/layout/vProcess5"/>
    <dgm:cxn modelId="{9E47EEF5-6AF6-C44D-B097-0960C0A847E3}" type="presOf" srcId="{B3DD8568-0ED4-432F-AB35-05963FAEEDDA}" destId="{13888311-3305-AE4B-96CF-A8274A777223}" srcOrd="0" destOrd="0" presId="urn:microsoft.com/office/officeart/2005/8/layout/vProcess5"/>
    <dgm:cxn modelId="{8266A40F-4E12-A845-A953-ECC119404DA9}" type="presParOf" srcId="{13888311-3305-AE4B-96CF-A8274A777223}" destId="{8BEE9350-F761-F24F-A9AD-E3B2FFF81246}" srcOrd="0" destOrd="0" presId="urn:microsoft.com/office/officeart/2005/8/layout/vProcess5"/>
    <dgm:cxn modelId="{D849EC96-0D0F-8640-B8AC-95366D0D05DD}" type="presParOf" srcId="{13888311-3305-AE4B-96CF-A8274A777223}" destId="{4D93B0EF-BF92-7444-A87C-A9A3DB09A428}" srcOrd="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3DD8568-0ED4-432F-AB35-05963FAEEDDA}"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08299087-DE6A-4C6B-8C04-BAAB4040EB51}">
      <dgm:prSet custT="1"/>
      <dgm:spPr/>
      <dgm:t>
        <a:bodyPr/>
        <a:lstStyle/>
        <a:p>
          <a:pPr>
            <a:lnSpc>
              <a:spcPct val="100000"/>
            </a:lnSpc>
            <a:buNone/>
          </a:pPr>
          <a:r>
            <a:rPr lang="en-US" sz="2700" dirty="0">
              <a:solidFill>
                <a:schemeClr val="bg1"/>
              </a:solidFill>
              <a:latin typeface="Calibri" panose="020F0502020204030204" pitchFamily="34" charset="0"/>
              <a:cs typeface="Calibri" panose="020F0502020204030204" pitchFamily="34" charset="0"/>
            </a:rPr>
            <a:t>Write a query that: </a:t>
          </a:r>
        </a:p>
      </dgm:t>
    </dgm:pt>
    <dgm:pt modelId="{EAA431BF-77CA-46A2-9FC7-98A19FFF1644}" type="parTrans" cxnId="{F59BFC94-E4F0-42F5-B0CE-8EA920896AED}">
      <dgm:prSet/>
      <dgm:spPr/>
      <dgm:t>
        <a:bodyPr/>
        <a:lstStyle/>
        <a:p>
          <a:endParaRPr lang="en-US"/>
        </a:p>
      </dgm:t>
    </dgm:pt>
    <dgm:pt modelId="{470E492C-D1F7-4A56-8D0C-48849C4852C8}" type="sibTrans" cxnId="{F59BFC94-E4F0-42F5-B0CE-8EA920896AED}">
      <dgm:prSet/>
      <dgm:spPr/>
      <dgm:t>
        <a:bodyPr/>
        <a:lstStyle/>
        <a:p>
          <a:endParaRPr lang="en-US"/>
        </a:p>
      </dgm:t>
    </dgm:pt>
    <dgm:pt modelId="{047ADD86-1E1B-8444-9D11-6AB7D4744C86}">
      <dgm:prSet custT="1"/>
      <dgm:spPr/>
      <dgm:t>
        <a:bodyPr/>
        <a:lstStyle/>
        <a:p>
          <a:pPr>
            <a:lnSpc>
              <a:spcPct val="100000"/>
            </a:lnSpc>
          </a:pPr>
          <a:r>
            <a:rPr lang="en-PH" sz="2100" b="0" i="0" dirty="0">
              <a:solidFill>
                <a:schemeClr val="bg1"/>
              </a:solidFill>
              <a:effectLst/>
              <a:latin typeface="Calibri" panose="020F0502020204030204" pitchFamily="34" charset="0"/>
              <a:cs typeface="Calibri" panose="020F0502020204030204" pitchFamily="34" charset="0"/>
            </a:rPr>
            <a:t>Appends the two </a:t>
          </a:r>
          <a:r>
            <a:rPr lang="en-PH" sz="2100" dirty="0" err="1">
              <a:solidFill>
                <a:schemeClr val="bg1"/>
              </a:solidFill>
              <a:latin typeface="Calibri" panose="020F0502020204030204" pitchFamily="34" charset="0"/>
              <a:cs typeface="Calibri" panose="020F0502020204030204" pitchFamily="34" charset="0"/>
            </a:rPr>
            <a:t>crunchbase_investments</a:t>
          </a:r>
          <a:r>
            <a:rPr lang="en-PH" sz="2100" b="0" i="0" dirty="0">
              <a:solidFill>
                <a:schemeClr val="bg1"/>
              </a:solidFill>
              <a:effectLst/>
              <a:latin typeface="Calibri" panose="020F0502020204030204" pitchFamily="34" charset="0"/>
              <a:cs typeface="Calibri" panose="020F0502020204030204" pitchFamily="34" charset="0"/>
            </a:rPr>
            <a:t> datasets (including duplicate values). Filter the first dataset to only companies with names that start with the letter "T", and filter the second to companies with names starting with "M" (both not case-sensitive). Only include the </a:t>
          </a:r>
          <a:r>
            <a:rPr lang="en-PH" sz="2100" dirty="0" err="1">
              <a:solidFill>
                <a:schemeClr val="bg1"/>
              </a:solidFill>
              <a:latin typeface="Calibri" panose="020F0502020204030204" pitchFamily="34" charset="0"/>
              <a:cs typeface="Calibri" panose="020F0502020204030204" pitchFamily="34" charset="0"/>
            </a:rPr>
            <a:t>company_permalink</a:t>
          </a:r>
          <a:r>
            <a:rPr lang="en-PH" sz="2100" b="0" i="0" dirty="0">
              <a:solidFill>
                <a:schemeClr val="bg1"/>
              </a:solidFill>
              <a:effectLst/>
              <a:latin typeface="Calibri" panose="020F0502020204030204" pitchFamily="34" charset="0"/>
              <a:cs typeface="Calibri" panose="020F0502020204030204" pitchFamily="34" charset="0"/>
            </a:rPr>
            <a:t>, </a:t>
          </a:r>
          <a:r>
            <a:rPr lang="en-PH" sz="2100" dirty="0" err="1">
              <a:solidFill>
                <a:schemeClr val="bg1"/>
              </a:solidFill>
              <a:latin typeface="Calibri" panose="020F0502020204030204" pitchFamily="34" charset="0"/>
              <a:cs typeface="Calibri" panose="020F0502020204030204" pitchFamily="34" charset="0"/>
            </a:rPr>
            <a:t>company_name</a:t>
          </a:r>
          <a:r>
            <a:rPr lang="en-PH" sz="2100" b="0" i="0" dirty="0">
              <a:solidFill>
                <a:schemeClr val="bg1"/>
              </a:solidFill>
              <a:effectLst/>
              <a:latin typeface="Calibri" panose="020F0502020204030204" pitchFamily="34" charset="0"/>
              <a:cs typeface="Calibri" panose="020F0502020204030204" pitchFamily="34" charset="0"/>
            </a:rPr>
            <a:t>, and </a:t>
          </a:r>
          <a:r>
            <a:rPr lang="en-PH" sz="2100" dirty="0" err="1">
              <a:solidFill>
                <a:schemeClr val="bg1"/>
              </a:solidFill>
              <a:latin typeface="Calibri" panose="020F0502020204030204" pitchFamily="34" charset="0"/>
              <a:cs typeface="Calibri" panose="020F0502020204030204" pitchFamily="34" charset="0"/>
            </a:rPr>
            <a:t>investor_name</a:t>
          </a:r>
          <a:r>
            <a:rPr lang="en-PH" sz="2100" b="0" i="0" dirty="0">
              <a:solidFill>
                <a:schemeClr val="bg1"/>
              </a:solidFill>
              <a:effectLst/>
              <a:latin typeface="Calibri" panose="020F0502020204030204" pitchFamily="34" charset="0"/>
              <a:cs typeface="Calibri" panose="020F0502020204030204" pitchFamily="34" charset="0"/>
            </a:rPr>
            <a:t> columns. Use </a:t>
          </a:r>
          <a:r>
            <a:rPr lang="en-PH" sz="2100" i="1" dirty="0">
              <a:solidFill>
                <a:schemeClr val="bg1"/>
              </a:solidFill>
              <a:latin typeface="Calibri" panose="020F0502020204030204" pitchFamily="34" charset="0"/>
              <a:cs typeface="Calibri" panose="020F0502020204030204" pitchFamily="34" charset="0"/>
            </a:rPr>
            <a:t>tutorial</a:t>
          </a:r>
          <a:r>
            <a:rPr lang="en-PH" sz="2100" i="1" dirty="0">
              <a:solidFill>
                <a:schemeClr val="bg1"/>
              </a:solidFill>
              <a:effectLst/>
              <a:latin typeface="Calibri" panose="020F0502020204030204" pitchFamily="34" charset="0"/>
              <a:cs typeface="Calibri" panose="020F0502020204030204" pitchFamily="34" charset="0"/>
            </a:rPr>
            <a:t>.</a:t>
          </a:r>
          <a:r>
            <a:rPr lang="en-PH" sz="2100" i="1" dirty="0">
              <a:solidFill>
                <a:schemeClr val="bg1"/>
              </a:solidFill>
              <a:latin typeface="Calibri" panose="020F0502020204030204" pitchFamily="34" charset="0"/>
              <a:cs typeface="Calibri" panose="020F0502020204030204" pitchFamily="34" charset="0"/>
            </a:rPr>
            <a:t>crunchbase_investments_part1 </a:t>
          </a:r>
          <a:r>
            <a:rPr lang="en-PH" sz="2100" i="0" dirty="0">
              <a:solidFill>
                <a:schemeClr val="bg1"/>
              </a:solidFill>
              <a:latin typeface="Calibri" panose="020F0502020204030204" pitchFamily="34" charset="0"/>
              <a:cs typeface="Calibri" panose="020F0502020204030204" pitchFamily="34" charset="0"/>
            </a:rPr>
            <a:t>table</a:t>
          </a:r>
          <a:r>
            <a:rPr lang="en-PH" sz="2100" i="1" dirty="0">
              <a:solidFill>
                <a:schemeClr val="bg1"/>
              </a:solidFill>
              <a:latin typeface="Calibri" panose="020F0502020204030204" pitchFamily="34" charset="0"/>
              <a:cs typeface="Calibri" panose="020F0502020204030204" pitchFamily="34" charset="0"/>
            </a:rPr>
            <a:t> </a:t>
          </a:r>
          <a:r>
            <a:rPr lang="en-PH" sz="2100" dirty="0">
              <a:solidFill>
                <a:schemeClr val="bg1"/>
              </a:solidFill>
              <a:latin typeface="Calibri" panose="020F0502020204030204" pitchFamily="34" charset="0"/>
              <a:cs typeface="Calibri" panose="020F0502020204030204" pitchFamily="34" charset="0"/>
            </a:rPr>
            <a:t>and </a:t>
          </a:r>
          <a:r>
            <a:rPr lang="en-PH" sz="2100" i="1" dirty="0">
              <a:solidFill>
                <a:schemeClr val="bg1"/>
              </a:solidFill>
              <a:latin typeface="Calibri" panose="020F0502020204030204" pitchFamily="34" charset="0"/>
              <a:cs typeface="Calibri" panose="020F0502020204030204" pitchFamily="34" charset="0"/>
            </a:rPr>
            <a:t>tutorial</a:t>
          </a:r>
          <a:r>
            <a:rPr lang="en-PH" sz="2100" i="1" dirty="0">
              <a:solidFill>
                <a:schemeClr val="bg1"/>
              </a:solidFill>
              <a:effectLst/>
              <a:latin typeface="Calibri" panose="020F0502020204030204" pitchFamily="34" charset="0"/>
              <a:cs typeface="Calibri" panose="020F0502020204030204" pitchFamily="34" charset="0"/>
            </a:rPr>
            <a:t>.</a:t>
          </a:r>
          <a:r>
            <a:rPr lang="en-PH" sz="2100" i="1" dirty="0">
              <a:solidFill>
                <a:schemeClr val="bg1"/>
              </a:solidFill>
              <a:latin typeface="Calibri" panose="020F0502020204030204" pitchFamily="34" charset="0"/>
              <a:cs typeface="Calibri" panose="020F0502020204030204" pitchFamily="34" charset="0"/>
            </a:rPr>
            <a:t>crunchbase_investments_part2 </a:t>
          </a:r>
          <a:r>
            <a:rPr lang="en-PH" sz="2100" i="0" dirty="0">
              <a:solidFill>
                <a:schemeClr val="bg1"/>
              </a:solidFill>
              <a:latin typeface="Calibri" panose="020F0502020204030204" pitchFamily="34" charset="0"/>
              <a:cs typeface="Calibri" panose="020F0502020204030204" pitchFamily="34" charset="0"/>
            </a:rPr>
            <a:t>table</a:t>
          </a:r>
          <a:endParaRPr lang="en-US" sz="2100" i="1" dirty="0">
            <a:solidFill>
              <a:schemeClr val="bg1"/>
            </a:solidFill>
            <a:latin typeface="Calibri" panose="020F0502020204030204" pitchFamily="34" charset="0"/>
            <a:cs typeface="Calibri" panose="020F0502020204030204" pitchFamily="34" charset="0"/>
          </a:endParaRPr>
        </a:p>
      </dgm:t>
    </dgm:pt>
    <dgm:pt modelId="{BC72DE12-45B4-3140-B4D9-DB87A35DC8CC}" type="parTrans" cxnId="{D3A4057D-5F00-5C41-8C20-222CF855E265}">
      <dgm:prSet/>
      <dgm:spPr/>
      <dgm:t>
        <a:bodyPr/>
        <a:lstStyle/>
        <a:p>
          <a:endParaRPr lang="en-US"/>
        </a:p>
      </dgm:t>
    </dgm:pt>
    <dgm:pt modelId="{1A8FFA36-F010-F34E-A146-743F6597A167}" type="sibTrans" cxnId="{D3A4057D-5F00-5C41-8C20-222CF855E265}">
      <dgm:prSet/>
      <dgm:spPr/>
      <dgm:t>
        <a:bodyPr/>
        <a:lstStyle/>
        <a:p>
          <a:endParaRPr lang="en-US"/>
        </a:p>
      </dgm:t>
    </dgm:pt>
    <dgm:pt modelId="{F271EA08-B8CE-0C4E-A269-A5091AC64915}">
      <dgm:prSet custT="1"/>
      <dgm:spPr/>
      <dgm:t>
        <a:bodyPr/>
        <a:lstStyle/>
        <a:p>
          <a:pPr>
            <a:lnSpc>
              <a:spcPct val="100000"/>
            </a:lnSpc>
            <a:buFont typeface="Arial" panose="020B0604020202020204" pitchFamily="34" charset="0"/>
            <a:buChar char="•"/>
          </a:pPr>
          <a:r>
            <a:rPr lang="en-PH" sz="2100" b="0" i="0" dirty="0">
              <a:solidFill>
                <a:schemeClr val="bg1"/>
              </a:solidFill>
              <a:effectLst/>
              <a:latin typeface="Calibri" panose="020F0502020204030204" pitchFamily="34" charset="0"/>
              <a:cs typeface="Calibri" panose="020F0502020204030204" pitchFamily="34" charset="0"/>
            </a:rPr>
            <a:t>Displays the number of players in each state, with FR, SO, JR, and SR players in separate columns and another column for the total number of players. Order results such that states with the most players come first. Use </a:t>
          </a:r>
          <a:r>
            <a:rPr lang="en-PH" sz="2100" i="1" dirty="0" err="1">
              <a:solidFill>
                <a:schemeClr val="bg1"/>
              </a:solidFill>
              <a:latin typeface="Calibri" panose="020F0502020204030204" pitchFamily="34" charset="0"/>
              <a:cs typeface="Calibri" panose="020F0502020204030204" pitchFamily="34" charset="0"/>
            </a:rPr>
            <a:t>benn</a:t>
          </a:r>
          <a:r>
            <a:rPr lang="en-PH" sz="2100" i="1" dirty="0" err="1">
              <a:solidFill>
                <a:schemeClr val="bg1"/>
              </a:solidFill>
              <a:effectLst/>
              <a:latin typeface="Calibri" panose="020F0502020204030204" pitchFamily="34" charset="0"/>
              <a:cs typeface="Calibri" panose="020F0502020204030204" pitchFamily="34" charset="0"/>
            </a:rPr>
            <a:t>.</a:t>
          </a:r>
          <a:r>
            <a:rPr lang="en-PH" sz="2100" i="1" dirty="0" err="1">
              <a:solidFill>
                <a:schemeClr val="bg1"/>
              </a:solidFill>
              <a:latin typeface="Calibri" panose="020F0502020204030204" pitchFamily="34" charset="0"/>
              <a:cs typeface="Calibri" panose="020F0502020204030204" pitchFamily="34" charset="0"/>
            </a:rPr>
            <a:t>college_football_players</a:t>
          </a:r>
          <a:r>
            <a:rPr lang="en-PH" sz="2100" i="1" dirty="0">
              <a:solidFill>
                <a:schemeClr val="bg1"/>
              </a:solidFill>
              <a:latin typeface="Calibri" panose="020F0502020204030204" pitchFamily="34" charset="0"/>
              <a:cs typeface="Calibri" panose="020F0502020204030204" pitchFamily="34" charset="0"/>
            </a:rPr>
            <a:t> </a:t>
          </a:r>
          <a:r>
            <a:rPr lang="en-PH" sz="2100" dirty="0">
              <a:solidFill>
                <a:schemeClr val="bg1"/>
              </a:solidFill>
              <a:latin typeface="Calibri" panose="020F0502020204030204" pitchFamily="34" charset="0"/>
              <a:cs typeface="Calibri" panose="020F0502020204030204" pitchFamily="34" charset="0"/>
            </a:rPr>
            <a:t>table</a:t>
          </a:r>
          <a:endParaRPr lang="en-US" sz="2100" i="0" dirty="0">
            <a:solidFill>
              <a:schemeClr val="bg1"/>
            </a:solidFill>
            <a:latin typeface="Calibri" panose="020F0502020204030204" pitchFamily="34" charset="0"/>
            <a:cs typeface="Calibri" panose="020F0502020204030204" pitchFamily="34" charset="0"/>
          </a:endParaRPr>
        </a:p>
      </dgm:t>
    </dgm:pt>
    <dgm:pt modelId="{48F7E946-F4CF-6948-BBB4-04B9DF381352}" type="parTrans" cxnId="{D7985E78-CAB4-A84E-87C4-DA699C78AA9B}">
      <dgm:prSet/>
      <dgm:spPr/>
      <dgm:t>
        <a:bodyPr/>
        <a:lstStyle/>
        <a:p>
          <a:endParaRPr lang="en-US"/>
        </a:p>
      </dgm:t>
    </dgm:pt>
    <dgm:pt modelId="{2D8B32C9-AD9A-9D45-9AB3-00737D7959E5}" type="sibTrans" cxnId="{D7985E78-CAB4-A84E-87C4-DA699C78AA9B}">
      <dgm:prSet/>
      <dgm:spPr/>
      <dgm:t>
        <a:bodyPr/>
        <a:lstStyle/>
        <a:p>
          <a:endParaRPr lang="en-US"/>
        </a:p>
      </dgm:t>
    </dgm:pt>
    <dgm:pt modelId="{34EC0185-7C50-D24F-8173-3A11ABD1D19F}">
      <dgm:prSet custT="1"/>
      <dgm:spPr/>
      <dgm:t>
        <a:bodyPr/>
        <a:lstStyle/>
        <a:p>
          <a:pPr>
            <a:lnSpc>
              <a:spcPct val="100000"/>
            </a:lnSpc>
          </a:pPr>
          <a:endParaRPr lang="en-US" sz="2100" i="0" dirty="0">
            <a:solidFill>
              <a:schemeClr val="bg1"/>
            </a:solidFill>
            <a:latin typeface="Calibri" panose="020F0502020204030204" pitchFamily="34" charset="0"/>
            <a:cs typeface="Calibri" panose="020F0502020204030204" pitchFamily="34" charset="0"/>
          </a:endParaRPr>
        </a:p>
      </dgm:t>
    </dgm:pt>
    <dgm:pt modelId="{6AADC6F8-1DAC-C54F-8B1C-5ED7773FA2BB}" type="parTrans" cxnId="{7077DA84-7726-EE42-A061-38212DBD86AF}">
      <dgm:prSet/>
      <dgm:spPr/>
      <dgm:t>
        <a:bodyPr/>
        <a:lstStyle/>
        <a:p>
          <a:endParaRPr lang="en-US"/>
        </a:p>
      </dgm:t>
    </dgm:pt>
    <dgm:pt modelId="{14533F97-E9DF-4940-96A5-6203B8C8C33C}" type="sibTrans" cxnId="{7077DA84-7726-EE42-A061-38212DBD86AF}">
      <dgm:prSet/>
      <dgm:spPr/>
      <dgm:t>
        <a:bodyPr/>
        <a:lstStyle/>
        <a:p>
          <a:endParaRPr lang="en-US"/>
        </a:p>
      </dgm:t>
    </dgm:pt>
    <dgm:pt modelId="{13888311-3305-AE4B-96CF-A8274A777223}" type="pres">
      <dgm:prSet presAssocID="{B3DD8568-0ED4-432F-AB35-05963FAEEDDA}" presName="outerComposite" presStyleCnt="0">
        <dgm:presLayoutVars>
          <dgm:chMax val="5"/>
          <dgm:dir/>
          <dgm:resizeHandles val="exact"/>
        </dgm:presLayoutVars>
      </dgm:prSet>
      <dgm:spPr/>
    </dgm:pt>
    <dgm:pt modelId="{8BEE9350-F761-F24F-A9AD-E3B2FFF81246}" type="pres">
      <dgm:prSet presAssocID="{B3DD8568-0ED4-432F-AB35-05963FAEEDDA}" presName="dummyMaxCanvas" presStyleCnt="0">
        <dgm:presLayoutVars/>
      </dgm:prSet>
      <dgm:spPr/>
    </dgm:pt>
    <dgm:pt modelId="{4D93B0EF-BF92-7444-A87C-A9A3DB09A428}" type="pres">
      <dgm:prSet presAssocID="{B3DD8568-0ED4-432F-AB35-05963FAEEDDA}" presName="OneNode_1" presStyleLbl="node1" presStyleIdx="0" presStyleCnt="1" custScaleY="200000" custLinFactNeighborX="3399" custLinFactNeighborY="-2937">
        <dgm:presLayoutVars>
          <dgm:bulletEnabled val="1"/>
        </dgm:presLayoutVars>
      </dgm:prSet>
      <dgm:spPr/>
    </dgm:pt>
  </dgm:ptLst>
  <dgm:cxnLst>
    <dgm:cxn modelId="{08491847-961B-F841-AA35-518F6CA546C7}" type="presOf" srcId="{F271EA08-B8CE-0C4E-A269-A5091AC64915}" destId="{4D93B0EF-BF92-7444-A87C-A9A3DB09A428}" srcOrd="0" destOrd="3" presId="urn:microsoft.com/office/officeart/2005/8/layout/vProcess5"/>
    <dgm:cxn modelId="{B4E7AA4F-F9FA-F64D-A2FE-9B6439CEBED8}" type="presOf" srcId="{34EC0185-7C50-D24F-8173-3A11ABD1D19F}" destId="{4D93B0EF-BF92-7444-A87C-A9A3DB09A428}" srcOrd="0" destOrd="2" presId="urn:microsoft.com/office/officeart/2005/8/layout/vProcess5"/>
    <dgm:cxn modelId="{D7985E78-CAB4-A84E-87C4-DA699C78AA9B}" srcId="{08299087-DE6A-4C6B-8C04-BAAB4040EB51}" destId="{F271EA08-B8CE-0C4E-A269-A5091AC64915}" srcOrd="2" destOrd="0" parTransId="{48F7E946-F4CF-6948-BBB4-04B9DF381352}" sibTransId="{2D8B32C9-AD9A-9D45-9AB3-00737D7959E5}"/>
    <dgm:cxn modelId="{D3A4057D-5F00-5C41-8C20-222CF855E265}" srcId="{08299087-DE6A-4C6B-8C04-BAAB4040EB51}" destId="{047ADD86-1E1B-8444-9D11-6AB7D4744C86}" srcOrd="0" destOrd="0" parTransId="{BC72DE12-45B4-3140-B4D9-DB87A35DC8CC}" sibTransId="{1A8FFA36-F010-F34E-A146-743F6597A167}"/>
    <dgm:cxn modelId="{7077DA84-7726-EE42-A061-38212DBD86AF}" srcId="{08299087-DE6A-4C6B-8C04-BAAB4040EB51}" destId="{34EC0185-7C50-D24F-8173-3A11ABD1D19F}" srcOrd="1" destOrd="0" parTransId="{6AADC6F8-1DAC-C54F-8B1C-5ED7773FA2BB}" sibTransId="{14533F97-E9DF-4940-96A5-6203B8C8C33C}"/>
    <dgm:cxn modelId="{F59BFC94-E4F0-42F5-B0CE-8EA920896AED}" srcId="{B3DD8568-0ED4-432F-AB35-05963FAEEDDA}" destId="{08299087-DE6A-4C6B-8C04-BAAB4040EB51}" srcOrd="0" destOrd="0" parTransId="{EAA431BF-77CA-46A2-9FC7-98A19FFF1644}" sibTransId="{470E492C-D1F7-4A56-8D0C-48849C4852C8}"/>
    <dgm:cxn modelId="{EE3F77CD-4989-2E44-A62E-E6B07B4852F4}" type="presOf" srcId="{047ADD86-1E1B-8444-9D11-6AB7D4744C86}" destId="{4D93B0EF-BF92-7444-A87C-A9A3DB09A428}" srcOrd="0" destOrd="1" presId="urn:microsoft.com/office/officeart/2005/8/layout/vProcess5"/>
    <dgm:cxn modelId="{14F305E7-3A1D-9948-B12D-5C30651C6193}" type="presOf" srcId="{08299087-DE6A-4C6B-8C04-BAAB4040EB51}" destId="{4D93B0EF-BF92-7444-A87C-A9A3DB09A428}" srcOrd="0" destOrd="0" presId="urn:microsoft.com/office/officeart/2005/8/layout/vProcess5"/>
    <dgm:cxn modelId="{9E47EEF5-6AF6-C44D-B097-0960C0A847E3}" type="presOf" srcId="{B3DD8568-0ED4-432F-AB35-05963FAEEDDA}" destId="{13888311-3305-AE4B-96CF-A8274A777223}" srcOrd="0" destOrd="0" presId="urn:microsoft.com/office/officeart/2005/8/layout/vProcess5"/>
    <dgm:cxn modelId="{8266A40F-4E12-A845-A953-ECC119404DA9}" type="presParOf" srcId="{13888311-3305-AE4B-96CF-A8274A777223}" destId="{8BEE9350-F761-F24F-A9AD-E3B2FFF81246}" srcOrd="0" destOrd="0" presId="urn:microsoft.com/office/officeart/2005/8/layout/vProcess5"/>
    <dgm:cxn modelId="{D849EC96-0D0F-8640-B8AC-95366D0D05DD}" type="presParOf" srcId="{13888311-3305-AE4B-96CF-A8274A777223}" destId="{4D93B0EF-BF92-7444-A87C-A9A3DB09A428}" srcOrd="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3DD8568-0ED4-432F-AB35-05963FAEEDDA}"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08299087-DE6A-4C6B-8C04-BAAB4040EB51}">
      <dgm:prSet/>
      <dgm:spPr/>
      <dgm:t>
        <a:bodyPr/>
        <a:lstStyle/>
        <a:p>
          <a:pPr>
            <a:buNone/>
          </a:pPr>
          <a:r>
            <a:rPr lang="en-US" dirty="0">
              <a:solidFill>
                <a:schemeClr val="bg1"/>
              </a:solidFill>
              <a:latin typeface="Calibri" panose="020F0502020204030204" pitchFamily="34" charset="0"/>
              <a:cs typeface="Calibri" panose="020F0502020204030204" pitchFamily="34" charset="0"/>
            </a:rPr>
            <a:t>Write a query that: </a:t>
          </a:r>
        </a:p>
      </dgm:t>
    </dgm:pt>
    <dgm:pt modelId="{EAA431BF-77CA-46A2-9FC7-98A19FFF1644}" type="parTrans" cxnId="{F59BFC94-E4F0-42F5-B0CE-8EA920896AED}">
      <dgm:prSet/>
      <dgm:spPr/>
      <dgm:t>
        <a:bodyPr/>
        <a:lstStyle/>
        <a:p>
          <a:endParaRPr lang="en-US"/>
        </a:p>
      </dgm:t>
    </dgm:pt>
    <dgm:pt modelId="{470E492C-D1F7-4A56-8D0C-48849C4852C8}" type="sibTrans" cxnId="{F59BFC94-E4F0-42F5-B0CE-8EA920896AED}">
      <dgm:prSet/>
      <dgm:spPr/>
      <dgm:t>
        <a:bodyPr/>
        <a:lstStyle/>
        <a:p>
          <a:endParaRPr lang="en-US"/>
        </a:p>
      </dgm:t>
    </dgm:pt>
    <dgm:pt modelId="{180CEC2A-E4D0-8940-98F2-6CA3A144E02E}">
      <dgm:prSet/>
      <dgm:spPr/>
      <dgm:t>
        <a:bodyPr/>
        <a:lstStyle/>
        <a:p>
          <a:r>
            <a:rPr lang="en-PH" dirty="0">
              <a:solidFill>
                <a:schemeClr val="bg1"/>
              </a:solidFill>
              <a:effectLst/>
              <a:latin typeface="Calibri" panose="020F0502020204030204" pitchFamily="34" charset="0"/>
              <a:cs typeface="Calibri" panose="020F0502020204030204" pitchFamily="34" charset="0"/>
            </a:rPr>
            <a:t>C</a:t>
          </a:r>
          <a:r>
            <a:rPr lang="en-PH" b="0" i="0" dirty="0">
              <a:solidFill>
                <a:schemeClr val="bg1"/>
              </a:solidFill>
              <a:effectLst/>
              <a:latin typeface="Calibri" panose="020F0502020204030204" pitchFamily="34" charset="0"/>
              <a:cs typeface="Calibri" panose="020F0502020204030204" pitchFamily="34" charset="0"/>
            </a:rPr>
            <a:t>ounts the number of companies acquired within 3 years, 5 years, and 10 years of being founded (in 3 separate columns). Include a column for total companies acquired as well. Group by category and limit to only rows with a founding date. Use </a:t>
          </a:r>
          <a:r>
            <a:rPr lang="en-PH" i="1" dirty="0" err="1"/>
            <a:t>tutorial</a:t>
          </a:r>
          <a:r>
            <a:rPr lang="en-PH" i="1" dirty="0" err="1">
              <a:effectLst/>
            </a:rPr>
            <a:t>.</a:t>
          </a:r>
          <a:r>
            <a:rPr lang="en-PH" i="1" dirty="0" err="1"/>
            <a:t>crunchbase_companies_clean_date</a:t>
          </a:r>
          <a:r>
            <a:rPr lang="en-PH" i="1" dirty="0"/>
            <a:t> </a:t>
          </a:r>
          <a:r>
            <a:rPr lang="en-PH" dirty="0"/>
            <a:t>table and </a:t>
          </a:r>
          <a:r>
            <a:rPr lang="en-PH" i="1" dirty="0" err="1"/>
            <a:t>tutorial</a:t>
          </a:r>
          <a:r>
            <a:rPr lang="en-PH" i="1" dirty="0" err="1">
              <a:effectLst/>
            </a:rPr>
            <a:t>.</a:t>
          </a:r>
          <a:r>
            <a:rPr lang="en-PH" i="1" dirty="0" err="1"/>
            <a:t>crunchbase_acquisitions_clean_date</a:t>
          </a:r>
          <a:r>
            <a:rPr lang="en-PH" i="1" dirty="0"/>
            <a:t> </a:t>
          </a:r>
          <a:r>
            <a:rPr lang="en-PH" dirty="0"/>
            <a:t>table</a:t>
          </a:r>
          <a:endParaRPr lang="en-US" dirty="0">
            <a:solidFill>
              <a:schemeClr val="bg1"/>
            </a:solidFill>
            <a:latin typeface="Calibri" panose="020F0502020204030204" pitchFamily="34" charset="0"/>
            <a:cs typeface="Calibri" panose="020F0502020204030204" pitchFamily="34" charset="0"/>
          </a:endParaRPr>
        </a:p>
      </dgm:t>
    </dgm:pt>
    <dgm:pt modelId="{669E8C47-B40E-4B45-A2CB-A83AA2589476}" type="parTrans" cxnId="{6059F3FF-E0C1-A042-B9D1-188C8309722B}">
      <dgm:prSet/>
      <dgm:spPr/>
      <dgm:t>
        <a:bodyPr/>
        <a:lstStyle/>
        <a:p>
          <a:endParaRPr lang="en-US"/>
        </a:p>
      </dgm:t>
    </dgm:pt>
    <dgm:pt modelId="{05B12874-7A47-C041-A941-5A5644832E77}" type="sibTrans" cxnId="{6059F3FF-E0C1-A042-B9D1-188C8309722B}">
      <dgm:prSet/>
      <dgm:spPr/>
      <dgm:t>
        <a:bodyPr/>
        <a:lstStyle/>
        <a:p>
          <a:endParaRPr lang="en-US"/>
        </a:p>
      </dgm:t>
    </dgm:pt>
    <dgm:pt modelId="{13888311-3305-AE4B-96CF-A8274A777223}" type="pres">
      <dgm:prSet presAssocID="{B3DD8568-0ED4-432F-AB35-05963FAEEDDA}" presName="outerComposite" presStyleCnt="0">
        <dgm:presLayoutVars>
          <dgm:chMax val="5"/>
          <dgm:dir/>
          <dgm:resizeHandles val="exact"/>
        </dgm:presLayoutVars>
      </dgm:prSet>
      <dgm:spPr/>
    </dgm:pt>
    <dgm:pt modelId="{8BEE9350-F761-F24F-A9AD-E3B2FFF81246}" type="pres">
      <dgm:prSet presAssocID="{B3DD8568-0ED4-432F-AB35-05963FAEEDDA}" presName="dummyMaxCanvas" presStyleCnt="0">
        <dgm:presLayoutVars/>
      </dgm:prSet>
      <dgm:spPr/>
    </dgm:pt>
    <dgm:pt modelId="{4D93B0EF-BF92-7444-A87C-A9A3DB09A428}" type="pres">
      <dgm:prSet presAssocID="{B3DD8568-0ED4-432F-AB35-05963FAEEDDA}" presName="OneNode_1" presStyleLbl="node1" presStyleIdx="0" presStyleCnt="1" custScaleY="200000" custLinFactNeighborX="3399" custLinFactNeighborY="-2937">
        <dgm:presLayoutVars>
          <dgm:bulletEnabled val="1"/>
        </dgm:presLayoutVars>
      </dgm:prSet>
      <dgm:spPr/>
    </dgm:pt>
  </dgm:ptLst>
  <dgm:cxnLst>
    <dgm:cxn modelId="{AC18CF75-36C1-E948-816E-31BEFEA8ACF7}" type="presOf" srcId="{180CEC2A-E4D0-8940-98F2-6CA3A144E02E}" destId="{4D93B0EF-BF92-7444-A87C-A9A3DB09A428}" srcOrd="0" destOrd="1" presId="urn:microsoft.com/office/officeart/2005/8/layout/vProcess5"/>
    <dgm:cxn modelId="{F59BFC94-E4F0-42F5-B0CE-8EA920896AED}" srcId="{B3DD8568-0ED4-432F-AB35-05963FAEEDDA}" destId="{08299087-DE6A-4C6B-8C04-BAAB4040EB51}" srcOrd="0" destOrd="0" parTransId="{EAA431BF-77CA-46A2-9FC7-98A19FFF1644}" sibTransId="{470E492C-D1F7-4A56-8D0C-48849C4852C8}"/>
    <dgm:cxn modelId="{14F305E7-3A1D-9948-B12D-5C30651C6193}" type="presOf" srcId="{08299087-DE6A-4C6B-8C04-BAAB4040EB51}" destId="{4D93B0EF-BF92-7444-A87C-A9A3DB09A428}" srcOrd="0" destOrd="0" presId="urn:microsoft.com/office/officeart/2005/8/layout/vProcess5"/>
    <dgm:cxn modelId="{9E47EEF5-6AF6-C44D-B097-0960C0A847E3}" type="presOf" srcId="{B3DD8568-0ED4-432F-AB35-05963FAEEDDA}" destId="{13888311-3305-AE4B-96CF-A8274A777223}" srcOrd="0" destOrd="0" presId="urn:microsoft.com/office/officeart/2005/8/layout/vProcess5"/>
    <dgm:cxn modelId="{6059F3FF-E0C1-A042-B9D1-188C8309722B}" srcId="{08299087-DE6A-4C6B-8C04-BAAB4040EB51}" destId="{180CEC2A-E4D0-8940-98F2-6CA3A144E02E}" srcOrd="0" destOrd="0" parTransId="{669E8C47-B40E-4B45-A2CB-A83AA2589476}" sibTransId="{05B12874-7A47-C041-A941-5A5644832E77}"/>
    <dgm:cxn modelId="{8266A40F-4E12-A845-A953-ECC119404DA9}" type="presParOf" srcId="{13888311-3305-AE4B-96CF-A8274A777223}" destId="{8BEE9350-F761-F24F-A9AD-E3B2FFF81246}" srcOrd="0" destOrd="0" presId="urn:microsoft.com/office/officeart/2005/8/layout/vProcess5"/>
    <dgm:cxn modelId="{D849EC96-0D0F-8640-B8AC-95366D0D05DD}" type="presParOf" srcId="{13888311-3305-AE4B-96CF-A8274A777223}" destId="{4D93B0EF-BF92-7444-A87C-A9A3DB09A428}" srcOrd="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93B0EF-BF92-7444-A87C-A9A3DB09A428}">
      <dsp:nvSpPr>
        <dsp:cNvPr id="0" name=""/>
        <dsp:cNvSpPr/>
      </dsp:nvSpPr>
      <dsp:spPr>
        <a:xfrm>
          <a:off x="0" y="0"/>
          <a:ext cx="11724806" cy="419280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100000"/>
            </a:lnSpc>
            <a:spcBef>
              <a:spcPct val="0"/>
            </a:spcBef>
            <a:spcAft>
              <a:spcPts val="0"/>
            </a:spcAft>
            <a:buNone/>
          </a:pPr>
          <a:r>
            <a:rPr lang="en-US" sz="2400" b="1" kern="1200" dirty="0"/>
            <a:t>QUESTION FORMAT</a:t>
          </a:r>
        </a:p>
        <a:p>
          <a:pPr marL="0" lvl="0" indent="0" algn="l" defTabSz="1066800">
            <a:lnSpc>
              <a:spcPct val="100000"/>
            </a:lnSpc>
            <a:spcBef>
              <a:spcPct val="0"/>
            </a:spcBef>
            <a:spcAft>
              <a:spcPts val="0"/>
            </a:spcAft>
            <a:buNone/>
          </a:pPr>
          <a:r>
            <a:rPr lang="en-PH" sz="2400" b="0" i="0" kern="1200" dirty="0">
              <a:solidFill>
                <a:srgbClr val="FFFFFF"/>
              </a:solidFill>
              <a:effectLst/>
              <a:latin typeface="system-ui"/>
            </a:rPr>
            <a:t>1. Each slide contains several questions.</a:t>
          </a:r>
        </a:p>
        <a:p>
          <a:pPr marL="0" lvl="0" indent="0" algn="l" defTabSz="1066800">
            <a:lnSpc>
              <a:spcPct val="100000"/>
            </a:lnSpc>
            <a:spcBef>
              <a:spcPct val="0"/>
            </a:spcBef>
            <a:spcAft>
              <a:spcPts val="0"/>
            </a:spcAft>
            <a:buNone/>
          </a:pPr>
          <a:r>
            <a:rPr lang="en-PH" sz="2400" b="0" i="0" kern="1200" dirty="0">
              <a:solidFill>
                <a:srgbClr val="FFFFFF"/>
              </a:solidFill>
              <a:effectLst/>
              <a:latin typeface="system-ui"/>
            </a:rPr>
            <a:t>2. Answer the minimum number of questions per slide.</a:t>
          </a:r>
        </a:p>
        <a:p>
          <a:pPr marL="0" lvl="0" indent="0" algn="l" defTabSz="1066800">
            <a:lnSpc>
              <a:spcPct val="100000"/>
            </a:lnSpc>
            <a:spcBef>
              <a:spcPct val="0"/>
            </a:spcBef>
            <a:spcAft>
              <a:spcPts val="0"/>
            </a:spcAft>
            <a:buNone/>
          </a:pPr>
          <a:r>
            <a:rPr lang="en-PH" sz="2400" b="0" i="0" kern="1200" dirty="0">
              <a:solidFill>
                <a:srgbClr val="FFFFFF"/>
              </a:solidFill>
              <a:effectLst/>
              <a:latin typeface="system-ui"/>
            </a:rPr>
            <a:t>3. You may choose to answer ALL questions, but incorrect answers for ANY question will result in no points awarded.</a:t>
          </a:r>
        </a:p>
        <a:p>
          <a:pPr marL="0" lvl="0" indent="0" algn="l" defTabSz="1066800">
            <a:lnSpc>
              <a:spcPct val="100000"/>
            </a:lnSpc>
            <a:spcBef>
              <a:spcPct val="0"/>
            </a:spcBef>
            <a:spcAft>
              <a:spcPts val="0"/>
            </a:spcAft>
            <a:buNone/>
          </a:pPr>
          <a:endParaRPr lang="en-PH" sz="2400" b="0" i="0" kern="1200" dirty="0">
            <a:solidFill>
              <a:srgbClr val="FFFFFF"/>
            </a:solidFill>
            <a:effectLst/>
            <a:latin typeface="system-ui"/>
          </a:endParaRPr>
        </a:p>
        <a:p>
          <a:pPr marL="0" lvl="0" indent="0" algn="l" defTabSz="1066800">
            <a:lnSpc>
              <a:spcPct val="100000"/>
            </a:lnSpc>
            <a:spcBef>
              <a:spcPct val="0"/>
            </a:spcBef>
            <a:spcAft>
              <a:spcPts val="0"/>
            </a:spcAft>
            <a:buNone/>
          </a:pPr>
          <a:r>
            <a:rPr lang="en-US" sz="2400" b="1" kern="1200" dirty="0"/>
            <a:t>SCORING</a:t>
          </a:r>
        </a:p>
        <a:p>
          <a:pPr marL="0" lvl="0" indent="0" algn="l" defTabSz="1066800">
            <a:lnSpc>
              <a:spcPct val="100000"/>
            </a:lnSpc>
            <a:spcBef>
              <a:spcPct val="0"/>
            </a:spcBef>
            <a:spcAft>
              <a:spcPts val="0"/>
            </a:spcAft>
            <a:buNone/>
          </a:pPr>
          <a:r>
            <a:rPr lang="en-US" sz="2400" b="0" kern="1200" dirty="0"/>
            <a:t>1. Points are stated in each slide</a:t>
          </a:r>
        </a:p>
        <a:p>
          <a:pPr marL="0" lvl="0" indent="0" algn="l" defTabSz="1066800">
            <a:lnSpc>
              <a:spcPct val="100000"/>
            </a:lnSpc>
            <a:spcBef>
              <a:spcPct val="0"/>
            </a:spcBef>
            <a:spcAft>
              <a:spcPts val="0"/>
            </a:spcAft>
            <a:buNone/>
          </a:pPr>
          <a:r>
            <a:rPr lang="en-US" sz="2400" b="0" kern="1200" dirty="0"/>
            <a:t>2. </a:t>
          </a:r>
          <a:r>
            <a:rPr lang="en-PH" sz="2400" b="0" i="0" kern="1200" dirty="0">
              <a:solidFill>
                <a:srgbClr val="FFFFFF"/>
              </a:solidFill>
              <a:effectLst/>
              <a:latin typeface="system-ui"/>
            </a:rPr>
            <a:t>Correct answers to ALL questions on a slide (+10 bonus points)</a:t>
          </a:r>
        </a:p>
        <a:p>
          <a:pPr marL="0" lvl="0" indent="0" algn="l" defTabSz="1066800">
            <a:lnSpc>
              <a:spcPct val="100000"/>
            </a:lnSpc>
            <a:spcBef>
              <a:spcPct val="0"/>
            </a:spcBef>
            <a:spcAft>
              <a:spcPts val="0"/>
            </a:spcAft>
            <a:buNone/>
          </a:pPr>
          <a:r>
            <a:rPr lang="en-US" sz="2400" b="0" kern="1200" dirty="0"/>
            <a:t>3. If answered ALL questions, incorrect answer for ANY question </a:t>
          </a:r>
          <a:r>
            <a:rPr lang="en-PH" sz="2400" b="0" i="0" kern="1200" dirty="0">
              <a:solidFill>
                <a:srgbClr val="FFFFFF"/>
              </a:solidFill>
              <a:effectLst/>
              <a:latin typeface="system-ui"/>
            </a:rPr>
            <a:t>will result in no points awarded.</a:t>
          </a:r>
          <a:endParaRPr lang="en-US" sz="2400" b="0" kern="1200" dirty="0"/>
        </a:p>
      </dsp:txBody>
      <dsp:txXfrm>
        <a:off x="122803" y="122803"/>
        <a:ext cx="11479200" cy="39471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93B0EF-BF92-7444-A87C-A9A3DB09A428}">
      <dsp:nvSpPr>
        <dsp:cNvPr id="0" name=""/>
        <dsp:cNvSpPr/>
      </dsp:nvSpPr>
      <dsp:spPr>
        <a:xfrm>
          <a:off x="0" y="0"/>
          <a:ext cx="11724806" cy="419280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100000"/>
            </a:lnSpc>
            <a:spcBef>
              <a:spcPct val="0"/>
            </a:spcBef>
            <a:spcAft>
              <a:spcPts val="0"/>
            </a:spcAft>
            <a:buNone/>
          </a:pPr>
          <a:r>
            <a:rPr lang="en-US" sz="2400" b="1" kern="1200" dirty="0"/>
            <a:t>GUIDELINES</a:t>
          </a:r>
        </a:p>
        <a:p>
          <a:pPr marL="0" lvl="0" indent="0" algn="l" defTabSz="1066800">
            <a:lnSpc>
              <a:spcPct val="100000"/>
            </a:lnSpc>
            <a:spcBef>
              <a:spcPct val="0"/>
            </a:spcBef>
            <a:spcAft>
              <a:spcPts val="0"/>
            </a:spcAft>
            <a:buNone/>
          </a:pPr>
          <a:r>
            <a:rPr lang="en-PH" sz="2400" b="0" i="0" kern="1200" dirty="0">
              <a:solidFill>
                <a:srgbClr val="FFFFFF"/>
              </a:solidFill>
              <a:effectLst/>
              <a:latin typeface="system-ui"/>
            </a:rPr>
            <a:t>1. Write your queries clearly and concisely.</a:t>
          </a:r>
        </a:p>
        <a:p>
          <a:pPr marL="0" lvl="0" indent="0" algn="l" defTabSz="1066800">
            <a:lnSpc>
              <a:spcPct val="100000"/>
            </a:lnSpc>
            <a:spcBef>
              <a:spcPct val="0"/>
            </a:spcBef>
            <a:spcAft>
              <a:spcPts val="0"/>
            </a:spcAft>
            <a:buNone/>
          </a:pPr>
          <a:r>
            <a:rPr lang="en-PH" sz="2400" b="0" i="0" kern="1200" dirty="0">
              <a:solidFill>
                <a:srgbClr val="FFFFFF"/>
              </a:solidFill>
              <a:effectLst/>
              <a:latin typeface="system-ui"/>
            </a:rPr>
            <a:t>2. Double-check your answers before submission</a:t>
          </a:r>
        </a:p>
        <a:p>
          <a:pPr marL="0" lvl="0" indent="0" algn="l" defTabSz="1066800">
            <a:lnSpc>
              <a:spcPct val="100000"/>
            </a:lnSpc>
            <a:spcBef>
              <a:spcPct val="0"/>
            </a:spcBef>
            <a:spcAft>
              <a:spcPts val="0"/>
            </a:spcAft>
            <a:buNone/>
          </a:pPr>
          <a:r>
            <a:rPr lang="en-PH" sz="2400" b="0" i="0" kern="1200" dirty="0">
              <a:solidFill>
                <a:srgbClr val="FFFFFF"/>
              </a:solidFill>
              <a:effectLst/>
              <a:latin typeface="system-ui"/>
            </a:rPr>
            <a:t>3. Make your selections wisely to maximize your score.</a:t>
          </a:r>
        </a:p>
        <a:p>
          <a:pPr marL="0" lvl="0" indent="0" algn="l" defTabSz="1066800">
            <a:lnSpc>
              <a:spcPct val="100000"/>
            </a:lnSpc>
            <a:spcBef>
              <a:spcPct val="0"/>
            </a:spcBef>
            <a:spcAft>
              <a:spcPts val="0"/>
            </a:spcAft>
            <a:buNone/>
          </a:pPr>
          <a:r>
            <a:rPr lang="en-PH" sz="2400" b="0" i="0" kern="1200" dirty="0">
              <a:solidFill>
                <a:srgbClr val="FFFFFF"/>
              </a:solidFill>
              <a:effectLst/>
              <a:latin typeface="system-ui"/>
            </a:rPr>
            <a:t>4. Submit your completed exam within the allocated time frame.</a:t>
          </a:r>
        </a:p>
        <a:p>
          <a:pPr marL="0" lvl="0" indent="0" algn="l" defTabSz="1066800">
            <a:lnSpc>
              <a:spcPct val="100000"/>
            </a:lnSpc>
            <a:spcBef>
              <a:spcPct val="0"/>
            </a:spcBef>
            <a:spcAft>
              <a:spcPts val="0"/>
            </a:spcAft>
            <a:buNone/>
          </a:pPr>
          <a:endParaRPr lang="en-PH" sz="2400" b="0" i="0" kern="1200" dirty="0">
            <a:solidFill>
              <a:srgbClr val="FFFFFF"/>
            </a:solidFill>
            <a:effectLst/>
            <a:latin typeface="system-ui"/>
          </a:endParaRPr>
        </a:p>
        <a:p>
          <a:pPr marL="0" lvl="0" indent="0" algn="l" defTabSz="1066800">
            <a:lnSpc>
              <a:spcPct val="100000"/>
            </a:lnSpc>
            <a:spcBef>
              <a:spcPct val="0"/>
            </a:spcBef>
            <a:spcAft>
              <a:spcPts val="0"/>
            </a:spcAft>
            <a:buNone/>
          </a:pPr>
          <a:r>
            <a:rPr lang="en-PH" sz="2400" b="1" i="0" kern="1200" dirty="0">
              <a:solidFill>
                <a:srgbClr val="FFFFFF"/>
              </a:solidFill>
              <a:effectLst/>
              <a:latin typeface="system-ui"/>
            </a:rPr>
            <a:t>Good luck!</a:t>
          </a:r>
        </a:p>
      </dsp:txBody>
      <dsp:txXfrm>
        <a:off x="122803" y="122803"/>
        <a:ext cx="11479200" cy="39471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93B0EF-BF92-7444-A87C-A9A3DB09A428}">
      <dsp:nvSpPr>
        <dsp:cNvPr id="0" name=""/>
        <dsp:cNvSpPr/>
      </dsp:nvSpPr>
      <dsp:spPr>
        <a:xfrm>
          <a:off x="0" y="0"/>
          <a:ext cx="11724806" cy="419280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100000"/>
            </a:lnSpc>
            <a:spcBef>
              <a:spcPct val="0"/>
            </a:spcBef>
            <a:spcAft>
              <a:spcPct val="35000"/>
            </a:spcAft>
            <a:buNone/>
          </a:pPr>
          <a:r>
            <a:rPr lang="en-PH" sz="2700" b="0" i="0" kern="1200" dirty="0"/>
            <a:t>Use </a:t>
          </a:r>
          <a:r>
            <a:rPr lang="en-PH" sz="2700" i="1" kern="1200" dirty="0"/>
            <a:t>tutorial</a:t>
          </a:r>
          <a:r>
            <a:rPr lang="en-PH" sz="2700" i="1" kern="1200" dirty="0">
              <a:effectLst/>
            </a:rPr>
            <a:t>.</a:t>
          </a:r>
          <a:r>
            <a:rPr lang="en-PH" sz="2700" i="1" kern="1200" dirty="0"/>
            <a:t>billboard_top_100_year_end</a:t>
          </a:r>
          <a:r>
            <a:rPr lang="en-PH" sz="2700" kern="1200" dirty="0"/>
            <a:t> table</a:t>
          </a:r>
        </a:p>
        <a:p>
          <a:pPr marL="0" lvl="0" indent="0" algn="l" defTabSz="1200150">
            <a:lnSpc>
              <a:spcPct val="100000"/>
            </a:lnSpc>
            <a:spcBef>
              <a:spcPct val="0"/>
            </a:spcBef>
            <a:spcAft>
              <a:spcPct val="35000"/>
            </a:spcAft>
            <a:buNone/>
          </a:pPr>
          <a:endParaRPr lang="en-US" sz="1200" kern="1200" dirty="0"/>
        </a:p>
        <a:p>
          <a:pPr marL="0" lvl="0" indent="0" algn="l" defTabSz="1200150">
            <a:lnSpc>
              <a:spcPct val="100000"/>
            </a:lnSpc>
            <a:spcBef>
              <a:spcPct val="0"/>
            </a:spcBef>
            <a:spcAft>
              <a:spcPct val="35000"/>
            </a:spcAft>
            <a:buNone/>
          </a:pPr>
          <a:r>
            <a:rPr lang="en-US" sz="2700" kern="1200" dirty="0"/>
            <a:t>Write a query that: </a:t>
          </a:r>
        </a:p>
        <a:p>
          <a:pPr marL="228600" lvl="1" indent="-228600" algn="l" defTabSz="933450">
            <a:lnSpc>
              <a:spcPct val="100000"/>
            </a:lnSpc>
            <a:spcBef>
              <a:spcPct val="0"/>
            </a:spcBef>
            <a:spcAft>
              <a:spcPct val="15000"/>
            </a:spcAft>
            <a:buChar char="•"/>
          </a:pPr>
          <a:r>
            <a:rPr lang="en-PH" sz="2100" b="0" i="0" kern="1200" dirty="0"/>
            <a:t>Shows all top 100 songs from January 1, 1985 through December 31, 1990.</a:t>
          </a:r>
          <a:endParaRPr lang="en-US" sz="2100" i="0" kern="1200" dirty="0"/>
        </a:p>
        <a:p>
          <a:pPr marL="228600" lvl="1" indent="-228600" algn="l" defTabSz="933450">
            <a:lnSpc>
              <a:spcPct val="100000"/>
            </a:lnSpc>
            <a:spcBef>
              <a:spcPct val="0"/>
            </a:spcBef>
            <a:spcAft>
              <a:spcPct val="15000"/>
            </a:spcAft>
            <a:buChar char="•"/>
          </a:pPr>
          <a:r>
            <a:rPr lang="en-PH" sz="2100" b="0" i="0" kern="1200" dirty="0"/>
            <a:t>Returns all rows for songs that were on the charts in 2013 and do not contain the letter "a". </a:t>
          </a:r>
          <a:endParaRPr lang="en-US" sz="2100" i="0" kern="1200" dirty="0"/>
        </a:p>
        <a:p>
          <a:pPr marL="228600" lvl="1" indent="-228600" algn="l" defTabSz="933450">
            <a:lnSpc>
              <a:spcPct val="100000"/>
            </a:lnSpc>
            <a:spcBef>
              <a:spcPct val="0"/>
            </a:spcBef>
            <a:spcAft>
              <a:spcPct val="15000"/>
            </a:spcAft>
            <a:buChar char="•"/>
          </a:pPr>
          <a:r>
            <a:rPr lang="en-PH" sz="2100" b="0" i="0" kern="1200" dirty="0"/>
            <a:t>Shows all rows for which T-Pain was a group member, ordered by rank on the charts, from lowest to highest rank (from 100 to 1).</a:t>
          </a:r>
          <a:endParaRPr lang="en-US" sz="2100" i="0" kern="1200" dirty="0"/>
        </a:p>
        <a:p>
          <a:pPr marL="228600" lvl="1" indent="-228600" algn="l" defTabSz="933450">
            <a:lnSpc>
              <a:spcPct val="100000"/>
            </a:lnSpc>
            <a:spcBef>
              <a:spcPct val="0"/>
            </a:spcBef>
            <a:spcAft>
              <a:spcPct val="15000"/>
            </a:spcAft>
            <a:buChar char="•"/>
          </a:pPr>
          <a:r>
            <a:rPr lang="en-PH" sz="2100" b="0" i="0" kern="1200" dirty="0"/>
            <a:t>Returns songs that ranked between 10 and 20 (inclusive) in 1993, 2003, or 2013. Order the results by year and rank, and leave a comment on each line of the clause to indicate what that line does. </a:t>
          </a:r>
          <a:endParaRPr lang="en-US" sz="2100" kern="1200" dirty="0"/>
        </a:p>
      </dsp:txBody>
      <dsp:txXfrm>
        <a:off x="122803" y="122803"/>
        <a:ext cx="11479200" cy="39471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93B0EF-BF92-7444-A87C-A9A3DB09A428}">
      <dsp:nvSpPr>
        <dsp:cNvPr id="0" name=""/>
        <dsp:cNvSpPr/>
      </dsp:nvSpPr>
      <dsp:spPr>
        <a:xfrm>
          <a:off x="0" y="0"/>
          <a:ext cx="11724806" cy="419280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100000"/>
            </a:lnSpc>
            <a:spcBef>
              <a:spcPct val="0"/>
            </a:spcBef>
            <a:spcAft>
              <a:spcPct val="35000"/>
            </a:spcAft>
            <a:buNone/>
          </a:pPr>
          <a:r>
            <a:rPr lang="en-PH" sz="2700" b="0" i="0" kern="1200" dirty="0">
              <a:latin typeface="Calibri" panose="020F0502020204030204" pitchFamily="34" charset="0"/>
              <a:cs typeface="Calibri" panose="020F0502020204030204" pitchFamily="34" charset="0"/>
            </a:rPr>
            <a:t>Use </a:t>
          </a:r>
          <a:r>
            <a:rPr lang="en-PH" sz="2700" i="1" kern="1200" dirty="0" err="1">
              <a:latin typeface="Calibri" panose="020F0502020204030204" pitchFamily="34" charset="0"/>
              <a:cs typeface="Calibri" panose="020F0502020204030204" pitchFamily="34" charset="0"/>
            </a:rPr>
            <a:t>tutorial</a:t>
          </a:r>
          <a:r>
            <a:rPr lang="en-PH" sz="2700" i="1" kern="1200" dirty="0" err="1">
              <a:effectLst/>
              <a:latin typeface="Calibri" panose="020F0502020204030204" pitchFamily="34" charset="0"/>
              <a:cs typeface="Calibri" panose="020F0502020204030204" pitchFamily="34" charset="0"/>
            </a:rPr>
            <a:t>.</a:t>
          </a:r>
          <a:r>
            <a:rPr lang="en-PH" sz="2700" i="1" kern="1200" dirty="0" err="1">
              <a:latin typeface="Calibri" panose="020F0502020204030204" pitchFamily="34" charset="0"/>
              <a:cs typeface="Calibri" panose="020F0502020204030204" pitchFamily="34" charset="0"/>
            </a:rPr>
            <a:t>aapl_historical_stock_price</a:t>
          </a:r>
          <a:r>
            <a:rPr lang="en-PH" sz="2700" kern="1200" dirty="0">
              <a:latin typeface="Calibri" panose="020F0502020204030204" pitchFamily="34" charset="0"/>
              <a:cs typeface="Calibri" panose="020F0502020204030204" pitchFamily="34" charset="0"/>
            </a:rPr>
            <a:t> table</a:t>
          </a:r>
        </a:p>
        <a:p>
          <a:pPr marL="0" lvl="0" indent="0" algn="l" defTabSz="1200150">
            <a:lnSpc>
              <a:spcPct val="100000"/>
            </a:lnSpc>
            <a:spcBef>
              <a:spcPct val="0"/>
            </a:spcBef>
            <a:spcAft>
              <a:spcPct val="35000"/>
            </a:spcAft>
            <a:buNone/>
          </a:pPr>
          <a:endParaRPr lang="en-US" sz="1200" kern="1200" dirty="0">
            <a:latin typeface="Calibri" panose="020F0502020204030204" pitchFamily="34" charset="0"/>
            <a:cs typeface="Calibri" panose="020F0502020204030204" pitchFamily="34" charset="0"/>
          </a:endParaRPr>
        </a:p>
        <a:p>
          <a:pPr marL="0" lvl="0" indent="0" algn="l" defTabSz="1200150">
            <a:lnSpc>
              <a:spcPct val="100000"/>
            </a:lnSpc>
            <a:spcBef>
              <a:spcPct val="0"/>
            </a:spcBef>
            <a:spcAft>
              <a:spcPct val="35000"/>
            </a:spcAft>
            <a:buNone/>
          </a:pPr>
          <a:r>
            <a:rPr lang="en-US" sz="2700" kern="1200" dirty="0">
              <a:latin typeface="Calibri" panose="020F0502020204030204" pitchFamily="34" charset="0"/>
              <a:cs typeface="Calibri" panose="020F0502020204030204" pitchFamily="34" charset="0"/>
            </a:rPr>
            <a:t>Write a query that: </a:t>
          </a:r>
        </a:p>
        <a:p>
          <a:pPr marL="228600" lvl="1" indent="-228600" algn="l" defTabSz="933450">
            <a:lnSpc>
              <a:spcPct val="100000"/>
            </a:lnSpc>
            <a:spcBef>
              <a:spcPct val="0"/>
            </a:spcBef>
            <a:spcAft>
              <a:spcPct val="15000"/>
            </a:spcAft>
            <a:buChar char="•"/>
          </a:pPr>
          <a:r>
            <a:rPr lang="en-PH" sz="2100" b="0" i="0" kern="1200" dirty="0">
              <a:solidFill>
                <a:schemeClr val="bg1"/>
              </a:solidFill>
              <a:latin typeface="Calibri" panose="020F0502020204030204" pitchFamily="34" charset="0"/>
              <a:cs typeface="Calibri" panose="020F0502020204030204" pitchFamily="34" charset="0"/>
            </a:rPr>
            <a:t>Determines counts of every single column. With these counts, can you tell which column has the most null values?</a:t>
          </a:r>
          <a:endParaRPr lang="en-US" sz="2100" i="0" kern="1200" dirty="0">
            <a:solidFill>
              <a:schemeClr val="bg1"/>
            </a:solidFill>
            <a:latin typeface="Calibri" panose="020F0502020204030204" pitchFamily="34" charset="0"/>
            <a:cs typeface="Calibri" panose="020F0502020204030204" pitchFamily="34" charset="0"/>
          </a:endParaRPr>
        </a:p>
        <a:p>
          <a:pPr marL="228600" lvl="1" indent="-228600" algn="l" defTabSz="933450">
            <a:lnSpc>
              <a:spcPct val="100000"/>
            </a:lnSpc>
            <a:spcBef>
              <a:spcPct val="0"/>
            </a:spcBef>
            <a:spcAft>
              <a:spcPct val="15000"/>
            </a:spcAft>
            <a:buFont typeface="Arial" panose="020B0604020202020204" pitchFamily="34" charset="0"/>
            <a:buChar char="•"/>
          </a:pPr>
          <a:r>
            <a:rPr lang="en-PH" sz="2100" b="0" i="0" kern="1200" dirty="0">
              <a:solidFill>
                <a:schemeClr val="bg1"/>
              </a:solidFill>
              <a:effectLst/>
              <a:latin typeface="Calibri" panose="020F0502020204030204" pitchFamily="34" charset="0"/>
              <a:cs typeface="Calibri" panose="020F0502020204030204" pitchFamily="34" charset="0"/>
            </a:rPr>
            <a:t>Answers the question: What was the highest single-day increase in Apple's share value?</a:t>
          </a:r>
          <a:endParaRPr lang="en-US" sz="2100" i="0" kern="1200" dirty="0">
            <a:solidFill>
              <a:schemeClr val="bg1"/>
            </a:solidFill>
            <a:latin typeface="Calibri" panose="020F0502020204030204" pitchFamily="34" charset="0"/>
            <a:cs typeface="Calibri" panose="020F0502020204030204" pitchFamily="34" charset="0"/>
          </a:endParaRPr>
        </a:p>
        <a:p>
          <a:pPr marL="228600" lvl="1" indent="-228600" algn="l" defTabSz="933450">
            <a:lnSpc>
              <a:spcPct val="100000"/>
            </a:lnSpc>
            <a:spcBef>
              <a:spcPct val="0"/>
            </a:spcBef>
            <a:spcAft>
              <a:spcPct val="15000"/>
            </a:spcAft>
            <a:buChar char="•"/>
          </a:pPr>
          <a:r>
            <a:rPr lang="en-PH" sz="2100" b="0" i="0" kern="1200" dirty="0">
              <a:solidFill>
                <a:schemeClr val="bg1"/>
              </a:solidFill>
              <a:effectLst/>
              <a:latin typeface="Calibri" panose="020F0502020204030204" pitchFamily="34" charset="0"/>
              <a:cs typeface="Calibri" panose="020F0502020204030204" pitchFamily="34" charset="0"/>
            </a:rPr>
            <a:t>Calculates the lowest and highest prices that Apple stock achieved each month.</a:t>
          </a:r>
          <a:endParaRPr lang="en-PH" sz="2100" kern="1200" dirty="0">
            <a:solidFill>
              <a:schemeClr val="bg1"/>
            </a:solidFill>
            <a:latin typeface="Calibri" panose="020F0502020204030204" pitchFamily="34" charset="0"/>
            <a:cs typeface="Calibri" panose="020F0502020204030204" pitchFamily="34" charset="0"/>
          </a:endParaRPr>
        </a:p>
      </dsp:txBody>
      <dsp:txXfrm>
        <a:off x="122803" y="122803"/>
        <a:ext cx="11479200" cy="39471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93B0EF-BF92-7444-A87C-A9A3DB09A428}">
      <dsp:nvSpPr>
        <dsp:cNvPr id="0" name=""/>
        <dsp:cNvSpPr/>
      </dsp:nvSpPr>
      <dsp:spPr>
        <a:xfrm>
          <a:off x="0" y="0"/>
          <a:ext cx="11724806" cy="419280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100000"/>
            </a:lnSpc>
            <a:spcBef>
              <a:spcPct val="0"/>
            </a:spcBef>
            <a:spcAft>
              <a:spcPct val="35000"/>
            </a:spcAft>
            <a:buNone/>
          </a:pPr>
          <a:r>
            <a:rPr lang="en-US" sz="2700" kern="1200" dirty="0">
              <a:solidFill>
                <a:schemeClr val="bg1"/>
              </a:solidFill>
              <a:latin typeface="Calibri" panose="020F0502020204030204" pitchFamily="34" charset="0"/>
              <a:cs typeface="Calibri" panose="020F0502020204030204" pitchFamily="34" charset="0"/>
            </a:rPr>
            <a:t>Write a query that: </a:t>
          </a:r>
        </a:p>
        <a:p>
          <a:pPr marL="228600" lvl="1" indent="-228600" algn="l" defTabSz="933450">
            <a:lnSpc>
              <a:spcPct val="100000"/>
            </a:lnSpc>
            <a:spcBef>
              <a:spcPct val="0"/>
            </a:spcBef>
            <a:spcAft>
              <a:spcPct val="15000"/>
            </a:spcAft>
            <a:buChar char="•"/>
          </a:pPr>
          <a:r>
            <a:rPr lang="en-PH" sz="2100" b="0" i="0" kern="1200" dirty="0">
              <a:solidFill>
                <a:schemeClr val="bg1"/>
              </a:solidFill>
              <a:effectLst/>
              <a:latin typeface="Calibri" panose="020F0502020204030204" pitchFamily="34" charset="0"/>
              <a:cs typeface="Calibri" panose="020F0502020204030204" pitchFamily="34" charset="0"/>
            </a:rPr>
            <a:t>Appends the two </a:t>
          </a:r>
          <a:r>
            <a:rPr lang="en-PH" sz="2100" kern="1200" dirty="0" err="1">
              <a:solidFill>
                <a:schemeClr val="bg1"/>
              </a:solidFill>
              <a:latin typeface="Calibri" panose="020F0502020204030204" pitchFamily="34" charset="0"/>
              <a:cs typeface="Calibri" panose="020F0502020204030204" pitchFamily="34" charset="0"/>
            </a:rPr>
            <a:t>crunchbase_investments</a:t>
          </a:r>
          <a:r>
            <a:rPr lang="en-PH" sz="2100" b="0" i="0" kern="1200" dirty="0">
              <a:solidFill>
                <a:schemeClr val="bg1"/>
              </a:solidFill>
              <a:effectLst/>
              <a:latin typeface="Calibri" panose="020F0502020204030204" pitchFamily="34" charset="0"/>
              <a:cs typeface="Calibri" panose="020F0502020204030204" pitchFamily="34" charset="0"/>
            </a:rPr>
            <a:t> datasets (including duplicate values). Filter the first dataset to only companies with names that start with the letter "T", and filter the second to companies with names starting with "M" (both not case-sensitive). Only include the </a:t>
          </a:r>
          <a:r>
            <a:rPr lang="en-PH" sz="2100" kern="1200" dirty="0" err="1">
              <a:solidFill>
                <a:schemeClr val="bg1"/>
              </a:solidFill>
              <a:latin typeface="Calibri" panose="020F0502020204030204" pitchFamily="34" charset="0"/>
              <a:cs typeface="Calibri" panose="020F0502020204030204" pitchFamily="34" charset="0"/>
            </a:rPr>
            <a:t>company_permalink</a:t>
          </a:r>
          <a:r>
            <a:rPr lang="en-PH" sz="2100" b="0" i="0" kern="1200" dirty="0">
              <a:solidFill>
                <a:schemeClr val="bg1"/>
              </a:solidFill>
              <a:effectLst/>
              <a:latin typeface="Calibri" panose="020F0502020204030204" pitchFamily="34" charset="0"/>
              <a:cs typeface="Calibri" panose="020F0502020204030204" pitchFamily="34" charset="0"/>
            </a:rPr>
            <a:t>, </a:t>
          </a:r>
          <a:r>
            <a:rPr lang="en-PH" sz="2100" kern="1200" dirty="0" err="1">
              <a:solidFill>
                <a:schemeClr val="bg1"/>
              </a:solidFill>
              <a:latin typeface="Calibri" panose="020F0502020204030204" pitchFamily="34" charset="0"/>
              <a:cs typeface="Calibri" panose="020F0502020204030204" pitchFamily="34" charset="0"/>
            </a:rPr>
            <a:t>company_name</a:t>
          </a:r>
          <a:r>
            <a:rPr lang="en-PH" sz="2100" b="0" i="0" kern="1200" dirty="0">
              <a:solidFill>
                <a:schemeClr val="bg1"/>
              </a:solidFill>
              <a:effectLst/>
              <a:latin typeface="Calibri" panose="020F0502020204030204" pitchFamily="34" charset="0"/>
              <a:cs typeface="Calibri" panose="020F0502020204030204" pitchFamily="34" charset="0"/>
            </a:rPr>
            <a:t>, and </a:t>
          </a:r>
          <a:r>
            <a:rPr lang="en-PH" sz="2100" kern="1200" dirty="0" err="1">
              <a:solidFill>
                <a:schemeClr val="bg1"/>
              </a:solidFill>
              <a:latin typeface="Calibri" panose="020F0502020204030204" pitchFamily="34" charset="0"/>
              <a:cs typeface="Calibri" panose="020F0502020204030204" pitchFamily="34" charset="0"/>
            </a:rPr>
            <a:t>investor_name</a:t>
          </a:r>
          <a:r>
            <a:rPr lang="en-PH" sz="2100" b="0" i="0" kern="1200" dirty="0">
              <a:solidFill>
                <a:schemeClr val="bg1"/>
              </a:solidFill>
              <a:effectLst/>
              <a:latin typeface="Calibri" panose="020F0502020204030204" pitchFamily="34" charset="0"/>
              <a:cs typeface="Calibri" panose="020F0502020204030204" pitchFamily="34" charset="0"/>
            </a:rPr>
            <a:t> columns. Use </a:t>
          </a:r>
          <a:r>
            <a:rPr lang="en-PH" sz="2100" i="1" kern="1200" dirty="0">
              <a:solidFill>
                <a:schemeClr val="bg1"/>
              </a:solidFill>
              <a:latin typeface="Calibri" panose="020F0502020204030204" pitchFamily="34" charset="0"/>
              <a:cs typeface="Calibri" panose="020F0502020204030204" pitchFamily="34" charset="0"/>
            </a:rPr>
            <a:t>tutorial</a:t>
          </a:r>
          <a:r>
            <a:rPr lang="en-PH" sz="2100" i="1" kern="1200" dirty="0">
              <a:solidFill>
                <a:schemeClr val="bg1"/>
              </a:solidFill>
              <a:effectLst/>
              <a:latin typeface="Calibri" panose="020F0502020204030204" pitchFamily="34" charset="0"/>
              <a:cs typeface="Calibri" panose="020F0502020204030204" pitchFamily="34" charset="0"/>
            </a:rPr>
            <a:t>.</a:t>
          </a:r>
          <a:r>
            <a:rPr lang="en-PH" sz="2100" i="1" kern="1200" dirty="0">
              <a:solidFill>
                <a:schemeClr val="bg1"/>
              </a:solidFill>
              <a:latin typeface="Calibri" panose="020F0502020204030204" pitchFamily="34" charset="0"/>
              <a:cs typeface="Calibri" panose="020F0502020204030204" pitchFamily="34" charset="0"/>
            </a:rPr>
            <a:t>crunchbase_investments_part1 </a:t>
          </a:r>
          <a:r>
            <a:rPr lang="en-PH" sz="2100" i="0" kern="1200" dirty="0">
              <a:solidFill>
                <a:schemeClr val="bg1"/>
              </a:solidFill>
              <a:latin typeface="Calibri" panose="020F0502020204030204" pitchFamily="34" charset="0"/>
              <a:cs typeface="Calibri" panose="020F0502020204030204" pitchFamily="34" charset="0"/>
            </a:rPr>
            <a:t>table</a:t>
          </a:r>
          <a:r>
            <a:rPr lang="en-PH" sz="2100" i="1" kern="1200" dirty="0">
              <a:solidFill>
                <a:schemeClr val="bg1"/>
              </a:solidFill>
              <a:latin typeface="Calibri" panose="020F0502020204030204" pitchFamily="34" charset="0"/>
              <a:cs typeface="Calibri" panose="020F0502020204030204" pitchFamily="34" charset="0"/>
            </a:rPr>
            <a:t> </a:t>
          </a:r>
          <a:r>
            <a:rPr lang="en-PH" sz="2100" kern="1200" dirty="0">
              <a:solidFill>
                <a:schemeClr val="bg1"/>
              </a:solidFill>
              <a:latin typeface="Calibri" panose="020F0502020204030204" pitchFamily="34" charset="0"/>
              <a:cs typeface="Calibri" panose="020F0502020204030204" pitchFamily="34" charset="0"/>
            </a:rPr>
            <a:t>and </a:t>
          </a:r>
          <a:r>
            <a:rPr lang="en-PH" sz="2100" i="1" kern="1200" dirty="0">
              <a:solidFill>
                <a:schemeClr val="bg1"/>
              </a:solidFill>
              <a:latin typeface="Calibri" panose="020F0502020204030204" pitchFamily="34" charset="0"/>
              <a:cs typeface="Calibri" panose="020F0502020204030204" pitchFamily="34" charset="0"/>
            </a:rPr>
            <a:t>tutorial</a:t>
          </a:r>
          <a:r>
            <a:rPr lang="en-PH" sz="2100" i="1" kern="1200" dirty="0">
              <a:solidFill>
                <a:schemeClr val="bg1"/>
              </a:solidFill>
              <a:effectLst/>
              <a:latin typeface="Calibri" panose="020F0502020204030204" pitchFamily="34" charset="0"/>
              <a:cs typeface="Calibri" panose="020F0502020204030204" pitchFamily="34" charset="0"/>
            </a:rPr>
            <a:t>.</a:t>
          </a:r>
          <a:r>
            <a:rPr lang="en-PH" sz="2100" i="1" kern="1200" dirty="0">
              <a:solidFill>
                <a:schemeClr val="bg1"/>
              </a:solidFill>
              <a:latin typeface="Calibri" panose="020F0502020204030204" pitchFamily="34" charset="0"/>
              <a:cs typeface="Calibri" panose="020F0502020204030204" pitchFamily="34" charset="0"/>
            </a:rPr>
            <a:t>crunchbase_investments_part2 </a:t>
          </a:r>
          <a:r>
            <a:rPr lang="en-PH" sz="2100" i="0" kern="1200" dirty="0">
              <a:solidFill>
                <a:schemeClr val="bg1"/>
              </a:solidFill>
              <a:latin typeface="Calibri" panose="020F0502020204030204" pitchFamily="34" charset="0"/>
              <a:cs typeface="Calibri" panose="020F0502020204030204" pitchFamily="34" charset="0"/>
            </a:rPr>
            <a:t>table</a:t>
          </a:r>
          <a:endParaRPr lang="en-US" sz="2100" i="1" kern="1200" dirty="0">
            <a:solidFill>
              <a:schemeClr val="bg1"/>
            </a:solidFill>
            <a:latin typeface="Calibri" panose="020F0502020204030204" pitchFamily="34" charset="0"/>
            <a:cs typeface="Calibri" panose="020F0502020204030204" pitchFamily="34" charset="0"/>
          </a:endParaRPr>
        </a:p>
        <a:p>
          <a:pPr marL="228600" lvl="1" indent="-228600" algn="l" defTabSz="933450">
            <a:lnSpc>
              <a:spcPct val="100000"/>
            </a:lnSpc>
            <a:spcBef>
              <a:spcPct val="0"/>
            </a:spcBef>
            <a:spcAft>
              <a:spcPct val="15000"/>
            </a:spcAft>
            <a:buChar char="•"/>
          </a:pPr>
          <a:endParaRPr lang="en-US" sz="2100" i="0" kern="1200" dirty="0">
            <a:solidFill>
              <a:schemeClr val="bg1"/>
            </a:solidFill>
            <a:latin typeface="Calibri" panose="020F0502020204030204" pitchFamily="34" charset="0"/>
            <a:cs typeface="Calibri" panose="020F0502020204030204" pitchFamily="34" charset="0"/>
          </a:endParaRPr>
        </a:p>
        <a:p>
          <a:pPr marL="228600" lvl="1" indent="-228600" algn="l" defTabSz="933450">
            <a:lnSpc>
              <a:spcPct val="100000"/>
            </a:lnSpc>
            <a:spcBef>
              <a:spcPct val="0"/>
            </a:spcBef>
            <a:spcAft>
              <a:spcPct val="15000"/>
            </a:spcAft>
            <a:buFont typeface="Arial" panose="020B0604020202020204" pitchFamily="34" charset="0"/>
            <a:buChar char="•"/>
          </a:pPr>
          <a:r>
            <a:rPr lang="en-PH" sz="2100" b="0" i="0" kern="1200" dirty="0">
              <a:solidFill>
                <a:schemeClr val="bg1"/>
              </a:solidFill>
              <a:effectLst/>
              <a:latin typeface="Calibri" panose="020F0502020204030204" pitchFamily="34" charset="0"/>
              <a:cs typeface="Calibri" panose="020F0502020204030204" pitchFamily="34" charset="0"/>
            </a:rPr>
            <a:t>Displays the number of players in each state, with FR, SO, JR, and SR players in separate columns and another column for the total number of players. Order results such that states with the most players come first. Use </a:t>
          </a:r>
          <a:r>
            <a:rPr lang="en-PH" sz="2100" i="1" kern="1200" dirty="0" err="1">
              <a:solidFill>
                <a:schemeClr val="bg1"/>
              </a:solidFill>
              <a:latin typeface="Calibri" panose="020F0502020204030204" pitchFamily="34" charset="0"/>
              <a:cs typeface="Calibri" panose="020F0502020204030204" pitchFamily="34" charset="0"/>
            </a:rPr>
            <a:t>benn</a:t>
          </a:r>
          <a:r>
            <a:rPr lang="en-PH" sz="2100" i="1" kern="1200" dirty="0" err="1">
              <a:solidFill>
                <a:schemeClr val="bg1"/>
              </a:solidFill>
              <a:effectLst/>
              <a:latin typeface="Calibri" panose="020F0502020204030204" pitchFamily="34" charset="0"/>
              <a:cs typeface="Calibri" panose="020F0502020204030204" pitchFamily="34" charset="0"/>
            </a:rPr>
            <a:t>.</a:t>
          </a:r>
          <a:r>
            <a:rPr lang="en-PH" sz="2100" i="1" kern="1200" dirty="0" err="1">
              <a:solidFill>
                <a:schemeClr val="bg1"/>
              </a:solidFill>
              <a:latin typeface="Calibri" panose="020F0502020204030204" pitchFamily="34" charset="0"/>
              <a:cs typeface="Calibri" panose="020F0502020204030204" pitchFamily="34" charset="0"/>
            </a:rPr>
            <a:t>college_football_players</a:t>
          </a:r>
          <a:r>
            <a:rPr lang="en-PH" sz="2100" i="1" kern="1200" dirty="0">
              <a:solidFill>
                <a:schemeClr val="bg1"/>
              </a:solidFill>
              <a:latin typeface="Calibri" panose="020F0502020204030204" pitchFamily="34" charset="0"/>
              <a:cs typeface="Calibri" panose="020F0502020204030204" pitchFamily="34" charset="0"/>
            </a:rPr>
            <a:t> </a:t>
          </a:r>
          <a:r>
            <a:rPr lang="en-PH" sz="2100" kern="1200" dirty="0">
              <a:solidFill>
                <a:schemeClr val="bg1"/>
              </a:solidFill>
              <a:latin typeface="Calibri" panose="020F0502020204030204" pitchFamily="34" charset="0"/>
              <a:cs typeface="Calibri" panose="020F0502020204030204" pitchFamily="34" charset="0"/>
            </a:rPr>
            <a:t>table</a:t>
          </a:r>
          <a:endParaRPr lang="en-US" sz="2100" i="0" kern="1200" dirty="0">
            <a:solidFill>
              <a:schemeClr val="bg1"/>
            </a:solidFill>
            <a:latin typeface="Calibri" panose="020F0502020204030204" pitchFamily="34" charset="0"/>
            <a:cs typeface="Calibri" panose="020F0502020204030204" pitchFamily="34" charset="0"/>
          </a:endParaRPr>
        </a:p>
      </dsp:txBody>
      <dsp:txXfrm>
        <a:off x="122803" y="122803"/>
        <a:ext cx="11479200" cy="39471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93B0EF-BF92-7444-A87C-A9A3DB09A428}">
      <dsp:nvSpPr>
        <dsp:cNvPr id="0" name=""/>
        <dsp:cNvSpPr/>
      </dsp:nvSpPr>
      <dsp:spPr>
        <a:xfrm>
          <a:off x="0" y="0"/>
          <a:ext cx="11724806" cy="419280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kern="1200" dirty="0">
              <a:solidFill>
                <a:schemeClr val="bg1"/>
              </a:solidFill>
              <a:latin typeface="Calibri" panose="020F0502020204030204" pitchFamily="34" charset="0"/>
              <a:cs typeface="Calibri" panose="020F0502020204030204" pitchFamily="34" charset="0"/>
            </a:rPr>
            <a:t>Write a query that: </a:t>
          </a:r>
        </a:p>
        <a:p>
          <a:pPr marL="285750" lvl="1" indent="-285750" algn="l" defTabSz="1466850">
            <a:lnSpc>
              <a:spcPct val="90000"/>
            </a:lnSpc>
            <a:spcBef>
              <a:spcPct val="0"/>
            </a:spcBef>
            <a:spcAft>
              <a:spcPct val="15000"/>
            </a:spcAft>
            <a:buChar char="•"/>
          </a:pPr>
          <a:r>
            <a:rPr lang="en-PH" sz="3300" kern="1200" dirty="0">
              <a:solidFill>
                <a:schemeClr val="bg1"/>
              </a:solidFill>
              <a:effectLst/>
              <a:latin typeface="Calibri" panose="020F0502020204030204" pitchFamily="34" charset="0"/>
              <a:cs typeface="Calibri" panose="020F0502020204030204" pitchFamily="34" charset="0"/>
            </a:rPr>
            <a:t>C</a:t>
          </a:r>
          <a:r>
            <a:rPr lang="en-PH" sz="3300" b="0" i="0" kern="1200" dirty="0">
              <a:solidFill>
                <a:schemeClr val="bg1"/>
              </a:solidFill>
              <a:effectLst/>
              <a:latin typeface="Calibri" panose="020F0502020204030204" pitchFamily="34" charset="0"/>
              <a:cs typeface="Calibri" panose="020F0502020204030204" pitchFamily="34" charset="0"/>
            </a:rPr>
            <a:t>ounts the number of companies acquired within 3 years, 5 years, and 10 years of being founded (in 3 separate columns). Include a column for total companies acquired as well. Group by category and limit to only rows with a founding date. Use </a:t>
          </a:r>
          <a:r>
            <a:rPr lang="en-PH" sz="3300" i="1" kern="1200" dirty="0" err="1"/>
            <a:t>tutorial</a:t>
          </a:r>
          <a:r>
            <a:rPr lang="en-PH" sz="3300" i="1" kern="1200" dirty="0" err="1">
              <a:effectLst/>
            </a:rPr>
            <a:t>.</a:t>
          </a:r>
          <a:r>
            <a:rPr lang="en-PH" sz="3300" i="1" kern="1200" dirty="0" err="1"/>
            <a:t>crunchbase_companies_clean_date</a:t>
          </a:r>
          <a:r>
            <a:rPr lang="en-PH" sz="3300" i="1" kern="1200" dirty="0"/>
            <a:t> </a:t>
          </a:r>
          <a:r>
            <a:rPr lang="en-PH" sz="3300" kern="1200" dirty="0"/>
            <a:t>table and </a:t>
          </a:r>
          <a:r>
            <a:rPr lang="en-PH" sz="3300" i="1" kern="1200" dirty="0" err="1"/>
            <a:t>tutorial</a:t>
          </a:r>
          <a:r>
            <a:rPr lang="en-PH" sz="3300" i="1" kern="1200" dirty="0" err="1">
              <a:effectLst/>
            </a:rPr>
            <a:t>.</a:t>
          </a:r>
          <a:r>
            <a:rPr lang="en-PH" sz="3300" i="1" kern="1200" dirty="0" err="1"/>
            <a:t>crunchbase_acquisitions_clean_date</a:t>
          </a:r>
          <a:r>
            <a:rPr lang="en-PH" sz="3300" i="1" kern="1200" dirty="0"/>
            <a:t> </a:t>
          </a:r>
          <a:r>
            <a:rPr lang="en-PH" sz="3300" kern="1200" dirty="0"/>
            <a:t>table</a:t>
          </a:r>
          <a:endParaRPr lang="en-US" sz="3300" kern="1200" dirty="0">
            <a:solidFill>
              <a:schemeClr val="bg1"/>
            </a:solidFill>
            <a:latin typeface="Calibri" panose="020F0502020204030204" pitchFamily="34" charset="0"/>
            <a:cs typeface="Calibri" panose="020F0502020204030204" pitchFamily="34" charset="0"/>
          </a:endParaRPr>
        </a:p>
      </dsp:txBody>
      <dsp:txXfrm>
        <a:off x="122803" y="122803"/>
        <a:ext cx="11479200" cy="3947199"/>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234F1F-AF5B-AC40-BE46-4D354047DA3D}" type="datetimeFigureOut">
              <a:rPr lang="en-US" smtClean="0"/>
              <a:t>3/2/24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371895-4D61-B849-8250-701D82BCF6FF}" type="slidenum">
              <a:rPr lang="en-US" smtClean="0"/>
              <a:t>‹#›</a:t>
            </a:fld>
            <a:endParaRPr lang="en-US"/>
          </a:p>
        </p:txBody>
      </p:sp>
    </p:spTree>
    <p:extLst>
      <p:ext uri="{BB962C8B-B14F-4D97-AF65-F5344CB8AC3E}">
        <p14:creationId xmlns:p14="http://schemas.microsoft.com/office/powerpoint/2010/main" val="3814781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endParaRPr lang="en-PH" sz="1800" dirty="0">
              <a:solidFill>
                <a:srgbClr val="FFFFFF"/>
              </a:solidFill>
              <a:effectLst/>
              <a:latin typeface="ArialMT"/>
            </a:endParaRPr>
          </a:p>
        </p:txBody>
      </p:sp>
      <p:sp>
        <p:nvSpPr>
          <p:cNvPr id="4" name="Slide Number Placeholder 3"/>
          <p:cNvSpPr>
            <a:spLocks noGrp="1"/>
          </p:cNvSpPr>
          <p:nvPr>
            <p:ph type="sldNum" sz="quarter" idx="5"/>
          </p:nvPr>
        </p:nvSpPr>
        <p:spPr/>
        <p:txBody>
          <a:bodyPr/>
          <a:lstStyle/>
          <a:p>
            <a:fld id="{96371895-4D61-B849-8250-701D82BCF6FF}" type="slidenum">
              <a:rPr lang="en-US" smtClean="0"/>
              <a:t>1</a:t>
            </a:fld>
            <a:endParaRPr lang="en-US"/>
          </a:p>
        </p:txBody>
      </p:sp>
    </p:spTree>
    <p:extLst>
      <p:ext uri="{BB962C8B-B14F-4D97-AF65-F5344CB8AC3E}">
        <p14:creationId xmlns:p14="http://schemas.microsoft.com/office/powerpoint/2010/main" val="3335629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endParaRPr lang="en-PH" sz="1800" dirty="0">
              <a:solidFill>
                <a:srgbClr val="FFFFFF"/>
              </a:solidFill>
              <a:effectLst/>
              <a:latin typeface="ArialMT"/>
            </a:endParaRPr>
          </a:p>
        </p:txBody>
      </p:sp>
      <p:sp>
        <p:nvSpPr>
          <p:cNvPr id="4" name="Slide Number Placeholder 3"/>
          <p:cNvSpPr>
            <a:spLocks noGrp="1"/>
          </p:cNvSpPr>
          <p:nvPr>
            <p:ph type="sldNum" sz="quarter" idx="5"/>
          </p:nvPr>
        </p:nvSpPr>
        <p:spPr/>
        <p:txBody>
          <a:bodyPr/>
          <a:lstStyle/>
          <a:p>
            <a:fld id="{96371895-4D61-B849-8250-701D82BCF6FF}" type="slidenum">
              <a:rPr lang="en-US" smtClean="0"/>
              <a:t>2</a:t>
            </a:fld>
            <a:endParaRPr lang="en-US"/>
          </a:p>
        </p:txBody>
      </p:sp>
    </p:spTree>
    <p:extLst>
      <p:ext uri="{BB962C8B-B14F-4D97-AF65-F5344CB8AC3E}">
        <p14:creationId xmlns:p14="http://schemas.microsoft.com/office/powerpoint/2010/main" val="3741507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PH" sz="1800" dirty="0">
                <a:solidFill>
                  <a:srgbClr val="FFFFFF"/>
                </a:solidFill>
                <a:effectLst/>
                <a:latin typeface="ArialMT"/>
              </a:rPr>
              <a:t>30 points (max of 50 points)</a:t>
            </a:r>
          </a:p>
        </p:txBody>
      </p:sp>
      <p:sp>
        <p:nvSpPr>
          <p:cNvPr id="4" name="Slide Number Placeholder 3"/>
          <p:cNvSpPr>
            <a:spLocks noGrp="1"/>
          </p:cNvSpPr>
          <p:nvPr>
            <p:ph type="sldNum" sz="quarter" idx="5"/>
          </p:nvPr>
        </p:nvSpPr>
        <p:spPr/>
        <p:txBody>
          <a:bodyPr/>
          <a:lstStyle/>
          <a:p>
            <a:fld id="{96371895-4D61-B849-8250-701D82BCF6FF}" type="slidenum">
              <a:rPr lang="en-US" smtClean="0"/>
              <a:t>3</a:t>
            </a:fld>
            <a:endParaRPr lang="en-US"/>
          </a:p>
        </p:txBody>
      </p:sp>
    </p:spTree>
    <p:extLst>
      <p:ext uri="{BB962C8B-B14F-4D97-AF65-F5344CB8AC3E}">
        <p14:creationId xmlns:p14="http://schemas.microsoft.com/office/powerpoint/2010/main" val="3135011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PH" sz="1800" dirty="0">
                <a:solidFill>
                  <a:srgbClr val="FFFFFF"/>
                </a:solidFill>
                <a:effectLst/>
                <a:latin typeface="ArialMT"/>
              </a:rPr>
              <a:t>40 points (max of 70 points)</a:t>
            </a:r>
          </a:p>
        </p:txBody>
      </p:sp>
      <p:sp>
        <p:nvSpPr>
          <p:cNvPr id="4" name="Slide Number Placeholder 3"/>
          <p:cNvSpPr>
            <a:spLocks noGrp="1"/>
          </p:cNvSpPr>
          <p:nvPr>
            <p:ph type="sldNum" sz="quarter" idx="5"/>
          </p:nvPr>
        </p:nvSpPr>
        <p:spPr/>
        <p:txBody>
          <a:bodyPr/>
          <a:lstStyle/>
          <a:p>
            <a:fld id="{96371895-4D61-B849-8250-701D82BCF6FF}" type="slidenum">
              <a:rPr lang="en-US" smtClean="0"/>
              <a:t>4</a:t>
            </a:fld>
            <a:endParaRPr lang="en-US"/>
          </a:p>
        </p:txBody>
      </p:sp>
    </p:spTree>
    <p:extLst>
      <p:ext uri="{BB962C8B-B14F-4D97-AF65-F5344CB8AC3E}">
        <p14:creationId xmlns:p14="http://schemas.microsoft.com/office/powerpoint/2010/main" val="4049131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PH" sz="1800" dirty="0">
                <a:solidFill>
                  <a:srgbClr val="FFFFFF"/>
                </a:solidFill>
                <a:effectLst/>
                <a:latin typeface="ArialMT"/>
              </a:rPr>
              <a:t>30 points (max of 70 points)</a:t>
            </a:r>
          </a:p>
        </p:txBody>
      </p:sp>
      <p:sp>
        <p:nvSpPr>
          <p:cNvPr id="4" name="Slide Number Placeholder 3"/>
          <p:cNvSpPr>
            <a:spLocks noGrp="1"/>
          </p:cNvSpPr>
          <p:nvPr>
            <p:ph type="sldNum" sz="quarter" idx="5"/>
          </p:nvPr>
        </p:nvSpPr>
        <p:spPr/>
        <p:txBody>
          <a:bodyPr/>
          <a:lstStyle/>
          <a:p>
            <a:fld id="{96371895-4D61-B849-8250-701D82BCF6FF}" type="slidenum">
              <a:rPr lang="en-US" smtClean="0"/>
              <a:t>5</a:t>
            </a:fld>
            <a:endParaRPr lang="en-US"/>
          </a:p>
        </p:txBody>
      </p:sp>
    </p:spTree>
    <p:extLst>
      <p:ext uri="{BB962C8B-B14F-4D97-AF65-F5344CB8AC3E}">
        <p14:creationId xmlns:p14="http://schemas.microsoft.com/office/powerpoint/2010/main" val="5313748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endParaRPr lang="en-PH" sz="1800" dirty="0">
              <a:solidFill>
                <a:srgbClr val="FFFFFF"/>
              </a:solidFill>
              <a:effectLst/>
              <a:latin typeface="ArialMT"/>
            </a:endParaRPr>
          </a:p>
        </p:txBody>
      </p:sp>
      <p:sp>
        <p:nvSpPr>
          <p:cNvPr id="4" name="Slide Number Placeholder 3"/>
          <p:cNvSpPr>
            <a:spLocks noGrp="1"/>
          </p:cNvSpPr>
          <p:nvPr>
            <p:ph type="sldNum" sz="quarter" idx="5"/>
          </p:nvPr>
        </p:nvSpPr>
        <p:spPr/>
        <p:txBody>
          <a:bodyPr/>
          <a:lstStyle/>
          <a:p>
            <a:fld id="{96371895-4D61-B849-8250-701D82BCF6FF}" type="slidenum">
              <a:rPr lang="en-US" smtClean="0"/>
              <a:t>6</a:t>
            </a:fld>
            <a:endParaRPr lang="en-US"/>
          </a:p>
        </p:txBody>
      </p:sp>
    </p:spTree>
    <p:extLst>
      <p:ext uri="{BB962C8B-B14F-4D97-AF65-F5344CB8AC3E}">
        <p14:creationId xmlns:p14="http://schemas.microsoft.com/office/powerpoint/2010/main" val="2807436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FB0AA-4CC9-FBDB-06E5-AFA8499DD3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4153CA-D873-8750-C148-A4A4BFD44E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7681377-AD82-D661-1B2E-D0CDC3D996D7}"/>
              </a:ext>
            </a:extLst>
          </p:cNvPr>
          <p:cNvSpPr>
            <a:spLocks noGrp="1"/>
          </p:cNvSpPr>
          <p:nvPr>
            <p:ph type="dt" sz="half" idx="10"/>
          </p:nvPr>
        </p:nvSpPr>
        <p:spPr/>
        <p:txBody>
          <a:bodyPr/>
          <a:lstStyle/>
          <a:p>
            <a:fld id="{B1C03B84-557C-0D48-B0EF-5D66E928E825}" type="datetimeFigureOut">
              <a:rPr lang="en-US" smtClean="0"/>
              <a:t>3/2/24</a:t>
            </a:fld>
            <a:endParaRPr lang="en-US"/>
          </a:p>
        </p:txBody>
      </p:sp>
      <p:sp>
        <p:nvSpPr>
          <p:cNvPr id="5" name="Footer Placeholder 4">
            <a:extLst>
              <a:ext uri="{FF2B5EF4-FFF2-40B4-BE49-F238E27FC236}">
                <a16:creationId xmlns:a16="http://schemas.microsoft.com/office/drawing/2014/main" id="{3C3B9636-5C33-61E0-796E-7A28AA9ADB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87F088-F699-34D4-13FC-1DCBA8A1D572}"/>
              </a:ext>
            </a:extLst>
          </p:cNvPr>
          <p:cNvSpPr>
            <a:spLocks noGrp="1"/>
          </p:cNvSpPr>
          <p:nvPr>
            <p:ph type="sldNum" sz="quarter" idx="12"/>
          </p:nvPr>
        </p:nvSpPr>
        <p:spPr/>
        <p:txBody>
          <a:bodyPr/>
          <a:lstStyle/>
          <a:p>
            <a:fld id="{3796D070-93EB-3746-9782-F1A64AF123AA}" type="slidenum">
              <a:rPr lang="en-US" smtClean="0"/>
              <a:t>‹#›</a:t>
            </a:fld>
            <a:endParaRPr lang="en-US"/>
          </a:p>
        </p:txBody>
      </p:sp>
    </p:spTree>
    <p:extLst>
      <p:ext uri="{BB962C8B-B14F-4D97-AF65-F5344CB8AC3E}">
        <p14:creationId xmlns:p14="http://schemas.microsoft.com/office/powerpoint/2010/main" val="3368102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68F9E-2F8C-FFDD-B1BF-8FD4950D38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6B5497-AC55-A373-C58E-2F73FD5EEA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B742A0-0CAA-A36A-285D-055694228EC1}"/>
              </a:ext>
            </a:extLst>
          </p:cNvPr>
          <p:cNvSpPr>
            <a:spLocks noGrp="1"/>
          </p:cNvSpPr>
          <p:nvPr>
            <p:ph type="dt" sz="half" idx="10"/>
          </p:nvPr>
        </p:nvSpPr>
        <p:spPr/>
        <p:txBody>
          <a:bodyPr/>
          <a:lstStyle/>
          <a:p>
            <a:fld id="{B1C03B84-557C-0D48-B0EF-5D66E928E825}" type="datetimeFigureOut">
              <a:rPr lang="en-US" smtClean="0"/>
              <a:t>3/2/24</a:t>
            </a:fld>
            <a:endParaRPr lang="en-US"/>
          </a:p>
        </p:txBody>
      </p:sp>
      <p:sp>
        <p:nvSpPr>
          <p:cNvPr id="5" name="Footer Placeholder 4">
            <a:extLst>
              <a:ext uri="{FF2B5EF4-FFF2-40B4-BE49-F238E27FC236}">
                <a16:creationId xmlns:a16="http://schemas.microsoft.com/office/drawing/2014/main" id="{10BEE02B-B3F1-16AF-50B3-04AF25464D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0676CA-45B4-CB4F-8726-1A7ADEDCAD9D}"/>
              </a:ext>
            </a:extLst>
          </p:cNvPr>
          <p:cNvSpPr>
            <a:spLocks noGrp="1"/>
          </p:cNvSpPr>
          <p:nvPr>
            <p:ph type="sldNum" sz="quarter" idx="12"/>
          </p:nvPr>
        </p:nvSpPr>
        <p:spPr/>
        <p:txBody>
          <a:bodyPr/>
          <a:lstStyle/>
          <a:p>
            <a:fld id="{3796D070-93EB-3746-9782-F1A64AF123AA}" type="slidenum">
              <a:rPr lang="en-US" smtClean="0"/>
              <a:t>‹#›</a:t>
            </a:fld>
            <a:endParaRPr lang="en-US"/>
          </a:p>
        </p:txBody>
      </p:sp>
    </p:spTree>
    <p:extLst>
      <p:ext uri="{BB962C8B-B14F-4D97-AF65-F5344CB8AC3E}">
        <p14:creationId xmlns:p14="http://schemas.microsoft.com/office/powerpoint/2010/main" val="1752057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0CB2E-87E7-0321-B7C3-13FCFBF29A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40AF0B-1AE9-56ED-DFFE-7009FEBA88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A1BE06-5BE8-9638-3EB3-A8D9D5D8E0F5}"/>
              </a:ext>
            </a:extLst>
          </p:cNvPr>
          <p:cNvSpPr>
            <a:spLocks noGrp="1"/>
          </p:cNvSpPr>
          <p:nvPr>
            <p:ph type="dt" sz="half" idx="10"/>
          </p:nvPr>
        </p:nvSpPr>
        <p:spPr/>
        <p:txBody>
          <a:bodyPr/>
          <a:lstStyle/>
          <a:p>
            <a:fld id="{B1C03B84-557C-0D48-B0EF-5D66E928E825}" type="datetimeFigureOut">
              <a:rPr lang="en-US" smtClean="0"/>
              <a:t>3/2/24</a:t>
            </a:fld>
            <a:endParaRPr lang="en-US"/>
          </a:p>
        </p:txBody>
      </p:sp>
      <p:sp>
        <p:nvSpPr>
          <p:cNvPr id="5" name="Footer Placeholder 4">
            <a:extLst>
              <a:ext uri="{FF2B5EF4-FFF2-40B4-BE49-F238E27FC236}">
                <a16:creationId xmlns:a16="http://schemas.microsoft.com/office/drawing/2014/main" id="{72AFF6D4-F51E-B1A1-1444-DBFCF24430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BEB8D-8534-E640-D4BC-31FCE97439F2}"/>
              </a:ext>
            </a:extLst>
          </p:cNvPr>
          <p:cNvSpPr>
            <a:spLocks noGrp="1"/>
          </p:cNvSpPr>
          <p:nvPr>
            <p:ph type="sldNum" sz="quarter" idx="12"/>
          </p:nvPr>
        </p:nvSpPr>
        <p:spPr/>
        <p:txBody>
          <a:bodyPr/>
          <a:lstStyle/>
          <a:p>
            <a:fld id="{3796D070-93EB-3746-9782-F1A64AF123AA}" type="slidenum">
              <a:rPr lang="en-US" smtClean="0"/>
              <a:t>‹#›</a:t>
            </a:fld>
            <a:endParaRPr lang="en-US"/>
          </a:p>
        </p:txBody>
      </p:sp>
    </p:spTree>
    <p:extLst>
      <p:ext uri="{BB962C8B-B14F-4D97-AF65-F5344CB8AC3E}">
        <p14:creationId xmlns:p14="http://schemas.microsoft.com/office/powerpoint/2010/main" val="1017659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F1C2A-BEC0-A2D0-0413-7AA7A2E2C9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88B519-2370-68CE-5564-F15130F4D2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13AF73-9AAD-7410-CCFF-F0491DCA36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39AE98-1539-5CD0-53B9-AF2EEB59844A}"/>
              </a:ext>
            </a:extLst>
          </p:cNvPr>
          <p:cNvSpPr>
            <a:spLocks noGrp="1"/>
          </p:cNvSpPr>
          <p:nvPr>
            <p:ph type="dt" sz="half" idx="10"/>
          </p:nvPr>
        </p:nvSpPr>
        <p:spPr/>
        <p:txBody>
          <a:bodyPr/>
          <a:lstStyle/>
          <a:p>
            <a:fld id="{B1C03B84-557C-0D48-B0EF-5D66E928E825}" type="datetimeFigureOut">
              <a:rPr lang="en-US" smtClean="0"/>
              <a:t>3/2/24</a:t>
            </a:fld>
            <a:endParaRPr lang="en-US"/>
          </a:p>
        </p:txBody>
      </p:sp>
      <p:sp>
        <p:nvSpPr>
          <p:cNvPr id="6" name="Footer Placeholder 5">
            <a:extLst>
              <a:ext uri="{FF2B5EF4-FFF2-40B4-BE49-F238E27FC236}">
                <a16:creationId xmlns:a16="http://schemas.microsoft.com/office/drawing/2014/main" id="{91CD1050-C5D5-4CCC-6B69-D9D9FF1D20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F6606C-3909-C54C-0B88-3922128C8CA1}"/>
              </a:ext>
            </a:extLst>
          </p:cNvPr>
          <p:cNvSpPr>
            <a:spLocks noGrp="1"/>
          </p:cNvSpPr>
          <p:nvPr>
            <p:ph type="sldNum" sz="quarter" idx="12"/>
          </p:nvPr>
        </p:nvSpPr>
        <p:spPr/>
        <p:txBody>
          <a:bodyPr/>
          <a:lstStyle/>
          <a:p>
            <a:fld id="{3796D070-93EB-3746-9782-F1A64AF123AA}" type="slidenum">
              <a:rPr lang="en-US" smtClean="0"/>
              <a:t>‹#›</a:t>
            </a:fld>
            <a:endParaRPr lang="en-US"/>
          </a:p>
        </p:txBody>
      </p:sp>
    </p:spTree>
    <p:extLst>
      <p:ext uri="{BB962C8B-B14F-4D97-AF65-F5344CB8AC3E}">
        <p14:creationId xmlns:p14="http://schemas.microsoft.com/office/powerpoint/2010/main" val="2281681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80A76-596E-3B17-B432-170479BD29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7380DE-1711-346C-CC40-1595705147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9CDB6E-B418-B1CA-55AB-DD1234B348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FD4D49-A19A-E269-76F2-3E38A1305E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5AD4C4-0C00-BA25-BE8C-CC536196C3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29C6BB-45A8-670E-1126-2B4373DB17ED}"/>
              </a:ext>
            </a:extLst>
          </p:cNvPr>
          <p:cNvSpPr>
            <a:spLocks noGrp="1"/>
          </p:cNvSpPr>
          <p:nvPr>
            <p:ph type="dt" sz="half" idx="10"/>
          </p:nvPr>
        </p:nvSpPr>
        <p:spPr/>
        <p:txBody>
          <a:bodyPr/>
          <a:lstStyle/>
          <a:p>
            <a:fld id="{B1C03B84-557C-0D48-B0EF-5D66E928E825}" type="datetimeFigureOut">
              <a:rPr lang="en-US" smtClean="0"/>
              <a:t>3/2/24</a:t>
            </a:fld>
            <a:endParaRPr lang="en-US"/>
          </a:p>
        </p:txBody>
      </p:sp>
      <p:sp>
        <p:nvSpPr>
          <p:cNvPr id="8" name="Footer Placeholder 7">
            <a:extLst>
              <a:ext uri="{FF2B5EF4-FFF2-40B4-BE49-F238E27FC236}">
                <a16:creationId xmlns:a16="http://schemas.microsoft.com/office/drawing/2014/main" id="{7A338888-D16A-32F7-F061-56A439C383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FE42F4-4815-1B3F-E441-D95A2F9A305F}"/>
              </a:ext>
            </a:extLst>
          </p:cNvPr>
          <p:cNvSpPr>
            <a:spLocks noGrp="1"/>
          </p:cNvSpPr>
          <p:nvPr>
            <p:ph type="sldNum" sz="quarter" idx="12"/>
          </p:nvPr>
        </p:nvSpPr>
        <p:spPr/>
        <p:txBody>
          <a:bodyPr/>
          <a:lstStyle/>
          <a:p>
            <a:fld id="{3796D070-93EB-3746-9782-F1A64AF123AA}" type="slidenum">
              <a:rPr lang="en-US" smtClean="0"/>
              <a:t>‹#›</a:t>
            </a:fld>
            <a:endParaRPr lang="en-US"/>
          </a:p>
        </p:txBody>
      </p:sp>
    </p:spTree>
    <p:extLst>
      <p:ext uri="{BB962C8B-B14F-4D97-AF65-F5344CB8AC3E}">
        <p14:creationId xmlns:p14="http://schemas.microsoft.com/office/powerpoint/2010/main" val="3533038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E2AAE-0C49-0679-E5A9-626775F514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30A489-6314-8EB8-6B2A-8E69ED19E526}"/>
              </a:ext>
            </a:extLst>
          </p:cNvPr>
          <p:cNvSpPr>
            <a:spLocks noGrp="1"/>
          </p:cNvSpPr>
          <p:nvPr>
            <p:ph type="dt" sz="half" idx="10"/>
          </p:nvPr>
        </p:nvSpPr>
        <p:spPr/>
        <p:txBody>
          <a:bodyPr/>
          <a:lstStyle/>
          <a:p>
            <a:fld id="{B1C03B84-557C-0D48-B0EF-5D66E928E825}" type="datetimeFigureOut">
              <a:rPr lang="en-US" smtClean="0"/>
              <a:t>3/2/24</a:t>
            </a:fld>
            <a:endParaRPr lang="en-US"/>
          </a:p>
        </p:txBody>
      </p:sp>
      <p:sp>
        <p:nvSpPr>
          <p:cNvPr id="4" name="Footer Placeholder 3">
            <a:extLst>
              <a:ext uri="{FF2B5EF4-FFF2-40B4-BE49-F238E27FC236}">
                <a16:creationId xmlns:a16="http://schemas.microsoft.com/office/drawing/2014/main" id="{9F272A15-692F-CB08-FC0A-3167B92244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546082-C713-D52C-E40C-FA3BA0F2899E}"/>
              </a:ext>
            </a:extLst>
          </p:cNvPr>
          <p:cNvSpPr>
            <a:spLocks noGrp="1"/>
          </p:cNvSpPr>
          <p:nvPr>
            <p:ph type="sldNum" sz="quarter" idx="12"/>
          </p:nvPr>
        </p:nvSpPr>
        <p:spPr/>
        <p:txBody>
          <a:bodyPr/>
          <a:lstStyle/>
          <a:p>
            <a:fld id="{3796D070-93EB-3746-9782-F1A64AF123AA}" type="slidenum">
              <a:rPr lang="en-US" smtClean="0"/>
              <a:t>‹#›</a:t>
            </a:fld>
            <a:endParaRPr lang="en-US"/>
          </a:p>
        </p:txBody>
      </p:sp>
    </p:spTree>
    <p:extLst>
      <p:ext uri="{BB962C8B-B14F-4D97-AF65-F5344CB8AC3E}">
        <p14:creationId xmlns:p14="http://schemas.microsoft.com/office/powerpoint/2010/main" val="3520829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315DDC-B8BE-6E51-8256-159582F006AE}"/>
              </a:ext>
            </a:extLst>
          </p:cNvPr>
          <p:cNvSpPr>
            <a:spLocks noGrp="1"/>
          </p:cNvSpPr>
          <p:nvPr>
            <p:ph type="dt" sz="half" idx="10"/>
          </p:nvPr>
        </p:nvSpPr>
        <p:spPr/>
        <p:txBody>
          <a:bodyPr/>
          <a:lstStyle/>
          <a:p>
            <a:fld id="{B1C03B84-557C-0D48-B0EF-5D66E928E825}" type="datetimeFigureOut">
              <a:rPr lang="en-US" smtClean="0"/>
              <a:t>3/2/24</a:t>
            </a:fld>
            <a:endParaRPr lang="en-US"/>
          </a:p>
        </p:txBody>
      </p:sp>
      <p:sp>
        <p:nvSpPr>
          <p:cNvPr id="3" name="Footer Placeholder 2">
            <a:extLst>
              <a:ext uri="{FF2B5EF4-FFF2-40B4-BE49-F238E27FC236}">
                <a16:creationId xmlns:a16="http://schemas.microsoft.com/office/drawing/2014/main" id="{72EE9882-894E-814E-AC3B-96FB760CFA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0C5253-AD16-6192-B868-9B129D418D0D}"/>
              </a:ext>
            </a:extLst>
          </p:cNvPr>
          <p:cNvSpPr>
            <a:spLocks noGrp="1"/>
          </p:cNvSpPr>
          <p:nvPr>
            <p:ph type="sldNum" sz="quarter" idx="12"/>
          </p:nvPr>
        </p:nvSpPr>
        <p:spPr/>
        <p:txBody>
          <a:bodyPr/>
          <a:lstStyle/>
          <a:p>
            <a:fld id="{3796D070-93EB-3746-9782-F1A64AF123AA}" type="slidenum">
              <a:rPr lang="en-US" smtClean="0"/>
              <a:t>‹#›</a:t>
            </a:fld>
            <a:endParaRPr lang="en-US"/>
          </a:p>
        </p:txBody>
      </p:sp>
    </p:spTree>
    <p:extLst>
      <p:ext uri="{BB962C8B-B14F-4D97-AF65-F5344CB8AC3E}">
        <p14:creationId xmlns:p14="http://schemas.microsoft.com/office/powerpoint/2010/main" val="1805054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83163-FF47-C44B-53E6-EC045ABD93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5CDD9E-548C-0BAB-5915-EE8E7FEBBE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439324-79C5-7867-21BD-72D69E4934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FF13B8-E1B7-F313-F63D-61D49F3755BE}"/>
              </a:ext>
            </a:extLst>
          </p:cNvPr>
          <p:cNvSpPr>
            <a:spLocks noGrp="1"/>
          </p:cNvSpPr>
          <p:nvPr>
            <p:ph type="dt" sz="half" idx="10"/>
          </p:nvPr>
        </p:nvSpPr>
        <p:spPr/>
        <p:txBody>
          <a:bodyPr/>
          <a:lstStyle/>
          <a:p>
            <a:fld id="{B1C03B84-557C-0D48-B0EF-5D66E928E825}" type="datetimeFigureOut">
              <a:rPr lang="en-US" smtClean="0"/>
              <a:t>3/2/24</a:t>
            </a:fld>
            <a:endParaRPr lang="en-US"/>
          </a:p>
        </p:txBody>
      </p:sp>
      <p:sp>
        <p:nvSpPr>
          <p:cNvPr id="6" name="Footer Placeholder 5">
            <a:extLst>
              <a:ext uri="{FF2B5EF4-FFF2-40B4-BE49-F238E27FC236}">
                <a16:creationId xmlns:a16="http://schemas.microsoft.com/office/drawing/2014/main" id="{72C00A57-73A9-2F48-2FFA-B5F61B87C4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B09853-6FA4-7379-4C2D-1A7190B53887}"/>
              </a:ext>
            </a:extLst>
          </p:cNvPr>
          <p:cNvSpPr>
            <a:spLocks noGrp="1"/>
          </p:cNvSpPr>
          <p:nvPr>
            <p:ph type="sldNum" sz="quarter" idx="12"/>
          </p:nvPr>
        </p:nvSpPr>
        <p:spPr/>
        <p:txBody>
          <a:bodyPr/>
          <a:lstStyle/>
          <a:p>
            <a:fld id="{3796D070-93EB-3746-9782-F1A64AF123AA}" type="slidenum">
              <a:rPr lang="en-US" smtClean="0"/>
              <a:t>‹#›</a:t>
            </a:fld>
            <a:endParaRPr lang="en-US"/>
          </a:p>
        </p:txBody>
      </p:sp>
    </p:spTree>
    <p:extLst>
      <p:ext uri="{BB962C8B-B14F-4D97-AF65-F5344CB8AC3E}">
        <p14:creationId xmlns:p14="http://schemas.microsoft.com/office/powerpoint/2010/main" val="3386605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B7B12-3E2B-1817-23C3-4A52F76713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A4EB5A-9A87-0E52-94D1-B6AD5D5F79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B589C4-39EC-54B5-9328-A2B2360722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5D12A1-CAE4-8506-8F0E-760F3728CCD1}"/>
              </a:ext>
            </a:extLst>
          </p:cNvPr>
          <p:cNvSpPr>
            <a:spLocks noGrp="1"/>
          </p:cNvSpPr>
          <p:nvPr>
            <p:ph type="dt" sz="half" idx="10"/>
          </p:nvPr>
        </p:nvSpPr>
        <p:spPr/>
        <p:txBody>
          <a:bodyPr/>
          <a:lstStyle/>
          <a:p>
            <a:fld id="{B1C03B84-557C-0D48-B0EF-5D66E928E825}" type="datetimeFigureOut">
              <a:rPr lang="en-US" smtClean="0"/>
              <a:t>3/2/24</a:t>
            </a:fld>
            <a:endParaRPr lang="en-US"/>
          </a:p>
        </p:txBody>
      </p:sp>
      <p:sp>
        <p:nvSpPr>
          <p:cNvPr id="6" name="Footer Placeholder 5">
            <a:extLst>
              <a:ext uri="{FF2B5EF4-FFF2-40B4-BE49-F238E27FC236}">
                <a16:creationId xmlns:a16="http://schemas.microsoft.com/office/drawing/2014/main" id="{0E4017F9-6DA5-B417-A5EA-C1FC38D7D7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A88404-B450-9C6B-869D-147CD9621526}"/>
              </a:ext>
            </a:extLst>
          </p:cNvPr>
          <p:cNvSpPr>
            <a:spLocks noGrp="1"/>
          </p:cNvSpPr>
          <p:nvPr>
            <p:ph type="sldNum" sz="quarter" idx="12"/>
          </p:nvPr>
        </p:nvSpPr>
        <p:spPr/>
        <p:txBody>
          <a:bodyPr/>
          <a:lstStyle/>
          <a:p>
            <a:fld id="{3796D070-93EB-3746-9782-F1A64AF123AA}" type="slidenum">
              <a:rPr lang="en-US" smtClean="0"/>
              <a:t>‹#›</a:t>
            </a:fld>
            <a:endParaRPr lang="en-US"/>
          </a:p>
        </p:txBody>
      </p:sp>
    </p:spTree>
    <p:extLst>
      <p:ext uri="{BB962C8B-B14F-4D97-AF65-F5344CB8AC3E}">
        <p14:creationId xmlns:p14="http://schemas.microsoft.com/office/powerpoint/2010/main" val="2636522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23BB8-AC9D-37B7-A43C-72CD8E8508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BD13ED-8AC0-B90C-A08F-8BD15479FF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C3CEB3-62DD-9697-CF1F-03839274EB8D}"/>
              </a:ext>
            </a:extLst>
          </p:cNvPr>
          <p:cNvSpPr>
            <a:spLocks noGrp="1"/>
          </p:cNvSpPr>
          <p:nvPr>
            <p:ph type="dt" sz="half" idx="10"/>
          </p:nvPr>
        </p:nvSpPr>
        <p:spPr/>
        <p:txBody>
          <a:bodyPr/>
          <a:lstStyle/>
          <a:p>
            <a:fld id="{B1C03B84-557C-0D48-B0EF-5D66E928E825}" type="datetimeFigureOut">
              <a:rPr lang="en-US" smtClean="0"/>
              <a:t>3/2/24</a:t>
            </a:fld>
            <a:endParaRPr lang="en-US"/>
          </a:p>
        </p:txBody>
      </p:sp>
      <p:sp>
        <p:nvSpPr>
          <p:cNvPr id="5" name="Footer Placeholder 4">
            <a:extLst>
              <a:ext uri="{FF2B5EF4-FFF2-40B4-BE49-F238E27FC236}">
                <a16:creationId xmlns:a16="http://schemas.microsoft.com/office/drawing/2014/main" id="{C040D349-7025-2C5B-5D1F-86C64CDA06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043899-6029-E986-65A6-52808B0E8CBF}"/>
              </a:ext>
            </a:extLst>
          </p:cNvPr>
          <p:cNvSpPr>
            <a:spLocks noGrp="1"/>
          </p:cNvSpPr>
          <p:nvPr>
            <p:ph type="sldNum" sz="quarter" idx="12"/>
          </p:nvPr>
        </p:nvSpPr>
        <p:spPr/>
        <p:txBody>
          <a:bodyPr/>
          <a:lstStyle/>
          <a:p>
            <a:fld id="{3796D070-93EB-3746-9782-F1A64AF123AA}" type="slidenum">
              <a:rPr lang="en-US" smtClean="0"/>
              <a:t>‹#›</a:t>
            </a:fld>
            <a:endParaRPr lang="en-US"/>
          </a:p>
        </p:txBody>
      </p:sp>
    </p:spTree>
    <p:extLst>
      <p:ext uri="{BB962C8B-B14F-4D97-AF65-F5344CB8AC3E}">
        <p14:creationId xmlns:p14="http://schemas.microsoft.com/office/powerpoint/2010/main" val="3581145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8029A7-DFB6-B9BF-4E59-3B2C9B7A63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2BE1E8-A103-A39C-5651-0A7A062B8D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8164B-3480-885B-D548-6BF87C712583}"/>
              </a:ext>
            </a:extLst>
          </p:cNvPr>
          <p:cNvSpPr>
            <a:spLocks noGrp="1"/>
          </p:cNvSpPr>
          <p:nvPr>
            <p:ph type="dt" sz="half" idx="10"/>
          </p:nvPr>
        </p:nvSpPr>
        <p:spPr/>
        <p:txBody>
          <a:bodyPr/>
          <a:lstStyle/>
          <a:p>
            <a:fld id="{B1C03B84-557C-0D48-B0EF-5D66E928E825}" type="datetimeFigureOut">
              <a:rPr lang="en-US" smtClean="0"/>
              <a:t>3/2/24</a:t>
            </a:fld>
            <a:endParaRPr lang="en-US"/>
          </a:p>
        </p:txBody>
      </p:sp>
      <p:sp>
        <p:nvSpPr>
          <p:cNvPr id="5" name="Footer Placeholder 4">
            <a:extLst>
              <a:ext uri="{FF2B5EF4-FFF2-40B4-BE49-F238E27FC236}">
                <a16:creationId xmlns:a16="http://schemas.microsoft.com/office/drawing/2014/main" id="{26E6B673-0DAD-B92C-0C61-84417CDE52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CBAEF-B942-0F3B-4809-B42466ADF683}"/>
              </a:ext>
            </a:extLst>
          </p:cNvPr>
          <p:cNvSpPr>
            <a:spLocks noGrp="1"/>
          </p:cNvSpPr>
          <p:nvPr>
            <p:ph type="sldNum" sz="quarter" idx="12"/>
          </p:nvPr>
        </p:nvSpPr>
        <p:spPr/>
        <p:txBody>
          <a:bodyPr/>
          <a:lstStyle/>
          <a:p>
            <a:fld id="{3796D070-93EB-3746-9782-F1A64AF123AA}" type="slidenum">
              <a:rPr lang="en-US" smtClean="0"/>
              <a:t>‹#›</a:t>
            </a:fld>
            <a:endParaRPr lang="en-US"/>
          </a:p>
        </p:txBody>
      </p:sp>
    </p:spTree>
    <p:extLst>
      <p:ext uri="{BB962C8B-B14F-4D97-AF65-F5344CB8AC3E}">
        <p14:creationId xmlns:p14="http://schemas.microsoft.com/office/powerpoint/2010/main" val="257233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7DD13F-9050-C7F6-D150-9830C0E153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B72114-E732-9A23-F9BF-7449BCFDFC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1ADC42-DCE7-9816-B18B-F2E40E9B1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C03B84-557C-0D48-B0EF-5D66E928E825}" type="datetimeFigureOut">
              <a:rPr lang="en-US" smtClean="0"/>
              <a:t>3/2/24</a:t>
            </a:fld>
            <a:endParaRPr lang="en-US"/>
          </a:p>
        </p:txBody>
      </p:sp>
      <p:sp>
        <p:nvSpPr>
          <p:cNvPr id="5" name="Footer Placeholder 4">
            <a:extLst>
              <a:ext uri="{FF2B5EF4-FFF2-40B4-BE49-F238E27FC236}">
                <a16:creationId xmlns:a16="http://schemas.microsoft.com/office/drawing/2014/main" id="{022516DD-204E-82AD-E476-2B96B6809C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CD9F558-67AD-9818-3B9B-9074897128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96D070-93EB-3746-9782-F1A64AF123AA}" type="slidenum">
              <a:rPr lang="en-US" smtClean="0"/>
              <a:t>‹#›</a:t>
            </a:fld>
            <a:endParaRPr lang="en-US"/>
          </a:p>
        </p:txBody>
      </p:sp>
    </p:spTree>
    <p:extLst>
      <p:ext uri="{BB962C8B-B14F-4D97-AF65-F5344CB8AC3E}">
        <p14:creationId xmlns:p14="http://schemas.microsoft.com/office/powerpoint/2010/main" val="2758980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81F83DA-61B5-875D-6AFE-44FD95F35FFD}"/>
              </a:ext>
            </a:extLst>
          </p:cNvPr>
          <p:cNvSpPr txBox="1"/>
          <p:nvPr/>
        </p:nvSpPr>
        <p:spPr>
          <a:xfrm>
            <a:off x="1371597" y="348865"/>
            <a:ext cx="10044023" cy="87772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kern="1200" dirty="0">
                <a:solidFill>
                  <a:srgbClr val="FFFFFF"/>
                </a:solidFill>
                <a:effectLst/>
                <a:latin typeface="+mj-lt"/>
                <a:ea typeface="+mj-ea"/>
                <a:cs typeface="+mj-cs"/>
              </a:rPr>
              <a:t>EXAM INSTRUCTIONS</a:t>
            </a:r>
          </a:p>
        </p:txBody>
      </p:sp>
      <p:graphicFrame>
        <p:nvGraphicFramePr>
          <p:cNvPr id="18" name="TextBox 4">
            <a:extLst>
              <a:ext uri="{FF2B5EF4-FFF2-40B4-BE49-F238E27FC236}">
                <a16:creationId xmlns:a16="http://schemas.microsoft.com/office/drawing/2014/main" id="{D4E134FA-B139-3619-CF6B-DB89BFB966B7}"/>
              </a:ext>
            </a:extLst>
          </p:cNvPr>
          <p:cNvGraphicFramePr/>
          <p:nvPr>
            <p:extLst>
              <p:ext uri="{D42A27DB-BD31-4B8C-83A1-F6EECF244321}">
                <p14:modId xmlns:p14="http://schemas.microsoft.com/office/powerpoint/2010/main" val="4085254110"/>
              </p:ext>
            </p:extLst>
          </p:nvPr>
        </p:nvGraphicFramePr>
        <p:xfrm>
          <a:off x="239843" y="2181899"/>
          <a:ext cx="11724806"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43517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81F83DA-61B5-875D-6AFE-44FD95F35FFD}"/>
              </a:ext>
            </a:extLst>
          </p:cNvPr>
          <p:cNvSpPr txBox="1"/>
          <p:nvPr/>
        </p:nvSpPr>
        <p:spPr>
          <a:xfrm>
            <a:off x="1371597" y="348865"/>
            <a:ext cx="10044023" cy="87772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kern="1200" dirty="0">
                <a:solidFill>
                  <a:srgbClr val="FFFFFF"/>
                </a:solidFill>
                <a:effectLst/>
                <a:latin typeface="+mj-lt"/>
                <a:ea typeface="+mj-ea"/>
                <a:cs typeface="+mj-cs"/>
              </a:rPr>
              <a:t>EXAM INSTRUCTIONS</a:t>
            </a:r>
          </a:p>
        </p:txBody>
      </p:sp>
      <p:graphicFrame>
        <p:nvGraphicFramePr>
          <p:cNvPr id="18" name="TextBox 4">
            <a:extLst>
              <a:ext uri="{FF2B5EF4-FFF2-40B4-BE49-F238E27FC236}">
                <a16:creationId xmlns:a16="http://schemas.microsoft.com/office/drawing/2014/main" id="{D4E134FA-B139-3619-CF6B-DB89BFB966B7}"/>
              </a:ext>
            </a:extLst>
          </p:cNvPr>
          <p:cNvGraphicFramePr/>
          <p:nvPr>
            <p:extLst>
              <p:ext uri="{D42A27DB-BD31-4B8C-83A1-F6EECF244321}">
                <p14:modId xmlns:p14="http://schemas.microsoft.com/office/powerpoint/2010/main" val="4258055454"/>
              </p:ext>
            </p:extLst>
          </p:nvPr>
        </p:nvGraphicFramePr>
        <p:xfrm>
          <a:off x="239843" y="2181899"/>
          <a:ext cx="11724806"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79250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81F83DA-61B5-875D-6AFE-44FD95F35FFD}"/>
              </a:ext>
            </a:extLst>
          </p:cNvPr>
          <p:cNvSpPr txBox="1"/>
          <p:nvPr/>
        </p:nvSpPr>
        <p:spPr>
          <a:xfrm>
            <a:off x="1371597" y="348865"/>
            <a:ext cx="10044023" cy="87772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kern="1200" dirty="0">
                <a:solidFill>
                  <a:srgbClr val="FFFFFF"/>
                </a:solidFill>
                <a:effectLst/>
                <a:latin typeface="+mj-lt"/>
                <a:ea typeface="+mj-ea"/>
                <a:cs typeface="+mj-cs"/>
              </a:rPr>
              <a:t>EASY (10 points, 3 questions minimum)</a:t>
            </a:r>
          </a:p>
        </p:txBody>
      </p:sp>
      <p:graphicFrame>
        <p:nvGraphicFramePr>
          <p:cNvPr id="18" name="TextBox 4">
            <a:extLst>
              <a:ext uri="{FF2B5EF4-FFF2-40B4-BE49-F238E27FC236}">
                <a16:creationId xmlns:a16="http://schemas.microsoft.com/office/drawing/2014/main" id="{D4E134FA-B139-3619-CF6B-DB89BFB966B7}"/>
              </a:ext>
            </a:extLst>
          </p:cNvPr>
          <p:cNvGraphicFramePr/>
          <p:nvPr>
            <p:extLst>
              <p:ext uri="{D42A27DB-BD31-4B8C-83A1-F6EECF244321}">
                <p14:modId xmlns:p14="http://schemas.microsoft.com/office/powerpoint/2010/main" val="1616706653"/>
              </p:ext>
            </p:extLst>
          </p:nvPr>
        </p:nvGraphicFramePr>
        <p:xfrm>
          <a:off x="239843" y="2181899"/>
          <a:ext cx="11724806"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30786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81F83DA-61B5-875D-6AFE-44FD95F35FFD}"/>
              </a:ext>
            </a:extLst>
          </p:cNvPr>
          <p:cNvSpPr txBox="1"/>
          <p:nvPr/>
        </p:nvSpPr>
        <p:spPr>
          <a:xfrm>
            <a:off x="1371597" y="348865"/>
            <a:ext cx="10044023" cy="87772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kern="1200" dirty="0">
                <a:solidFill>
                  <a:srgbClr val="FFFFFF"/>
                </a:solidFill>
                <a:effectLst/>
                <a:latin typeface="+mj-lt"/>
                <a:ea typeface="+mj-ea"/>
                <a:cs typeface="+mj-cs"/>
              </a:rPr>
              <a:t>MEDIUM (20 points, 2 questions minimum)</a:t>
            </a:r>
          </a:p>
        </p:txBody>
      </p:sp>
      <p:graphicFrame>
        <p:nvGraphicFramePr>
          <p:cNvPr id="18" name="TextBox 4">
            <a:extLst>
              <a:ext uri="{FF2B5EF4-FFF2-40B4-BE49-F238E27FC236}">
                <a16:creationId xmlns:a16="http://schemas.microsoft.com/office/drawing/2014/main" id="{D4E134FA-B139-3619-CF6B-DB89BFB966B7}"/>
              </a:ext>
            </a:extLst>
          </p:cNvPr>
          <p:cNvGraphicFramePr/>
          <p:nvPr>
            <p:extLst>
              <p:ext uri="{D42A27DB-BD31-4B8C-83A1-F6EECF244321}">
                <p14:modId xmlns:p14="http://schemas.microsoft.com/office/powerpoint/2010/main" val="40647448"/>
              </p:ext>
            </p:extLst>
          </p:nvPr>
        </p:nvGraphicFramePr>
        <p:xfrm>
          <a:off x="239843" y="2181899"/>
          <a:ext cx="11724806"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88697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81F83DA-61B5-875D-6AFE-44FD95F35FFD}"/>
              </a:ext>
            </a:extLst>
          </p:cNvPr>
          <p:cNvSpPr txBox="1"/>
          <p:nvPr/>
        </p:nvSpPr>
        <p:spPr>
          <a:xfrm>
            <a:off x="1371597" y="348865"/>
            <a:ext cx="10044023" cy="87772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kern="1200" dirty="0">
                <a:solidFill>
                  <a:srgbClr val="FFFFFF"/>
                </a:solidFill>
                <a:effectLst/>
                <a:latin typeface="+mj-lt"/>
                <a:ea typeface="+mj-ea"/>
                <a:cs typeface="+mj-cs"/>
              </a:rPr>
              <a:t>HARD (30 points, 1 question minimum)</a:t>
            </a:r>
          </a:p>
        </p:txBody>
      </p:sp>
      <p:graphicFrame>
        <p:nvGraphicFramePr>
          <p:cNvPr id="18" name="TextBox 4">
            <a:extLst>
              <a:ext uri="{FF2B5EF4-FFF2-40B4-BE49-F238E27FC236}">
                <a16:creationId xmlns:a16="http://schemas.microsoft.com/office/drawing/2014/main" id="{D4E134FA-B139-3619-CF6B-DB89BFB966B7}"/>
              </a:ext>
            </a:extLst>
          </p:cNvPr>
          <p:cNvGraphicFramePr/>
          <p:nvPr>
            <p:extLst>
              <p:ext uri="{D42A27DB-BD31-4B8C-83A1-F6EECF244321}">
                <p14:modId xmlns:p14="http://schemas.microsoft.com/office/powerpoint/2010/main" val="2187482324"/>
              </p:ext>
            </p:extLst>
          </p:nvPr>
        </p:nvGraphicFramePr>
        <p:xfrm>
          <a:off x="239843" y="2181899"/>
          <a:ext cx="11724806"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80612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81F83DA-61B5-875D-6AFE-44FD95F35FFD}"/>
              </a:ext>
            </a:extLst>
          </p:cNvPr>
          <p:cNvSpPr txBox="1"/>
          <p:nvPr/>
        </p:nvSpPr>
        <p:spPr>
          <a:xfrm>
            <a:off x="1371597" y="348865"/>
            <a:ext cx="10044023" cy="87772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dirty="0">
                <a:solidFill>
                  <a:srgbClr val="FFFFFF"/>
                </a:solidFill>
                <a:latin typeface="+mj-lt"/>
                <a:ea typeface="+mj-ea"/>
                <a:cs typeface="+mj-cs"/>
              </a:rPr>
              <a:t>BONUS (20 points)</a:t>
            </a:r>
            <a:endParaRPr lang="en-US" sz="4000" kern="1200" dirty="0">
              <a:solidFill>
                <a:srgbClr val="FFFFFF"/>
              </a:solidFill>
              <a:effectLst/>
              <a:latin typeface="+mj-lt"/>
              <a:ea typeface="+mj-ea"/>
              <a:cs typeface="+mj-cs"/>
            </a:endParaRPr>
          </a:p>
        </p:txBody>
      </p:sp>
      <p:graphicFrame>
        <p:nvGraphicFramePr>
          <p:cNvPr id="18" name="TextBox 4">
            <a:extLst>
              <a:ext uri="{FF2B5EF4-FFF2-40B4-BE49-F238E27FC236}">
                <a16:creationId xmlns:a16="http://schemas.microsoft.com/office/drawing/2014/main" id="{D4E134FA-B139-3619-CF6B-DB89BFB966B7}"/>
              </a:ext>
            </a:extLst>
          </p:cNvPr>
          <p:cNvGraphicFramePr/>
          <p:nvPr>
            <p:extLst>
              <p:ext uri="{D42A27DB-BD31-4B8C-83A1-F6EECF244321}">
                <p14:modId xmlns:p14="http://schemas.microsoft.com/office/powerpoint/2010/main" val="1209889542"/>
              </p:ext>
            </p:extLst>
          </p:nvPr>
        </p:nvGraphicFramePr>
        <p:xfrm>
          <a:off x="239843" y="2181899"/>
          <a:ext cx="11724806"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16136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TotalTime>
  <Words>605</Words>
  <Application>Microsoft Macintosh PowerPoint</Application>
  <PresentationFormat>Widescreen</PresentationFormat>
  <Paragraphs>49</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ArialMT</vt:lpstr>
      <vt:lpstr>Calibri</vt:lpstr>
      <vt:lpstr>Calibri Light</vt:lpstr>
      <vt:lpstr>system-ui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ExcelExpert</dc:creator>
  <cp:lastModifiedBy>ExcelExpert</cp:lastModifiedBy>
  <cp:revision>5</cp:revision>
  <dcterms:created xsi:type="dcterms:W3CDTF">2024-01-27T03:24:11Z</dcterms:created>
  <dcterms:modified xsi:type="dcterms:W3CDTF">2024-03-02T10:10:07Z</dcterms:modified>
</cp:coreProperties>
</file>